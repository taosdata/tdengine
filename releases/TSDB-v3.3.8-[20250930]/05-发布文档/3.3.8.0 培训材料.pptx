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0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6.xml"/>
  <Override ContentType="application/vnd.openxmlformats-officedocument.theme+xml" PartName="/ppt/theme/theme7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theme+xml" PartName="/ppt/theme/theme10.xml"/>
  <Override ContentType="application/vnd.openxmlformats-officedocument.theme+xml" PartName="/ppt/theme/theme1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  <p:sldMasterId id="2147483663" r:id="rId11"/>
    <p:sldMasterId id="2147483664" r:id="rId12"/>
    <p:sldMasterId id="2147483665" r:id="rId13"/>
    <p:sldMasterId id="2147483666" r:id="rId14"/>
    <p:sldMasterId id="2147483667" r:id="rId15"/>
    <p:sldMasterId id="2147483668" r:id="rId16"/>
  </p:sldMasterIdLst>
  <p:notesMasterIdLst>
    <p:notesMasterId r:id="rId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Masters/slideMaster5.xml" Type="http://schemas.openxmlformats.org/officeDocument/2006/relationships/slideMaster"/><Relationship Id="rId12" Target="slideMasters/slideMaster6.xml" Type="http://schemas.openxmlformats.org/officeDocument/2006/relationships/slideMaster"/><Relationship Id="rId13" Target="slideMasters/slideMaster7.xml" Type="http://schemas.openxmlformats.org/officeDocument/2006/relationships/slideMaster"/><Relationship Id="rId14" Target="slideMasters/slideMaster8.xml" Type="http://schemas.openxmlformats.org/officeDocument/2006/relationships/slideMaster"/><Relationship Id="rId15" Target="slideMasters/slideMaster9.xml" Type="http://schemas.openxmlformats.org/officeDocument/2006/relationships/slideMaster"/><Relationship Id="rId16" Target="slideMasters/slideMaster10.xml" Type="http://schemas.openxmlformats.org/officeDocument/2006/relationships/slideMaster"/><Relationship Id="rId17" Target="slides/slide1.xml" Type="http://schemas.openxmlformats.org/officeDocument/2006/relationships/slide"/><Relationship Id="rId18" Target="slides/slide2.xml" Type="http://schemas.openxmlformats.org/officeDocument/2006/relationships/slide"/><Relationship Id="rId19" Target="slides/slide3.xml" Type="http://schemas.openxmlformats.org/officeDocument/2006/relationships/slide"/><Relationship Id="rId2" Target="viewProps.xml" Type="http://schemas.openxmlformats.org/officeDocument/2006/relationships/viewProps"/><Relationship Id="rId20" Target="slides/slide4.xml" Type="http://schemas.openxmlformats.org/officeDocument/2006/relationships/slide"/><Relationship Id="rId21" Target="slides/slide5.xml" Type="http://schemas.openxmlformats.org/officeDocument/2006/relationships/slide"/><Relationship Id="rId22" Target="slides/slide6.xml" Type="http://schemas.openxmlformats.org/officeDocument/2006/relationships/slide"/><Relationship Id="rId23" Target="slides/slide7.xml" Type="http://schemas.openxmlformats.org/officeDocument/2006/relationships/slide"/><Relationship Id="rId24" Target="slides/slide8.xml" Type="http://schemas.openxmlformats.org/officeDocument/2006/relationships/slide"/><Relationship Id="rId25" Target="slides/slide9.xml" Type="http://schemas.openxmlformats.org/officeDocument/2006/relationships/slide"/><Relationship Id="rId26" Target="slides/slide10.xml" Type="http://schemas.openxmlformats.org/officeDocument/2006/relationships/slide"/><Relationship Id="rId27" Target="slides/slide11.xml" Type="http://schemas.openxmlformats.org/officeDocument/2006/relationships/slide"/><Relationship Id="rId28" Target="slides/slide12.xml" Type="http://schemas.openxmlformats.org/officeDocument/2006/relationships/slide"/><Relationship Id="rId29" Target="slides/slide13.xml" Type="http://schemas.openxmlformats.org/officeDocument/2006/relationships/slide"/><Relationship Id="rId3" Target="presProps.xml" Type="http://schemas.openxmlformats.org/officeDocument/2006/relationships/presProps"/><Relationship Id="rId30" Target="slides/slide14.xml" Type="http://schemas.openxmlformats.org/officeDocument/2006/relationships/slide"/><Relationship Id="rId31" Target="slides/slide15.xml" Type="http://schemas.openxmlformats.org/officeDocument/2006/relationships/slide"/><Relationship Id="rId32" Target="slides/slide16.xml" Type="http://schemas.openxmlformats.org/officeDocument/2006/relationships/slide"/><Relationship Id="rId33" Target="slides/slide17.xml" Type="http://schemas.openxmlformats.org/officeDocument/2006/relationships/slide"/><Relationship Id="rId34" Target="slides/slide18.xml" Type="http://schemas.openxmlformats.org/officeDocument/2006/relationships/slide"/><Relationship Id="rId35" Target="slides/slide19.xml" Type="http://schemas.openxmlformats.org/officeDocument/2006/relationships/slide"/><Relationship Id="rId36" Target="slides/slide20.xml" Type="http://schemas.openxmlformats.org/officeDocument/2006/relationships/slide"/><Relationship Id="rId37" Target="slides/slide21.xml" Type="http://schemas.openxmlformats.org/officeDocument/2006/relationships/slide"/><Relationship Id="rId38" Target="slides/slide22.xml" Type="http://schemas.openxmlformats.org/officeDocument/2006/relationships/slide"/><Relationship Id="rId39" Target="notesSlides/notesSlide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2.xml" Type="http://schemas.openxmlformats.org/officeDocument/2006/relationships/notesSlide"/><Relationship Id="rId41" Target="notesSlides/notesSlide3.xml" Type="http://schemas.openxmlformats.org/officeDocument/2006/relationships/notesSlide"/><Relationship Id="rId42" Target="notesSlides/notesSlide4.xml" Type="http://schemas.openxmlformats.org/officeDocument/2006/relationships/notesSlide"/><Relationship Id="rId43" Target="notesSlides/notesSlide5.xml" Type="http://schemas.openxmlformats.org/officeDocument/2006/relationships/notesSlide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0" Target="notesSlides/notesSlide12.xml" Type="http://schemas.openxmlformats.org/officeDocument/2006/relationships/notesSlide"/><Relationship Id="rId51" Target="notesSlides/notesSlide13.xml" Type="http://schemas.openxmlformats.org/officeDocument/2006/relationships/notesSlide"/><Relationship Id="rId52" Target="notesSlides/notesSlide14.xml" Type="http://schemas.openxmlformats.org/officeDocument/2006/relationships/notesSlide"/><Relationship Id="rId53" Target="notesSlides/notesSlide15.xml" Type="http://schemas.openxmlformats.org/officeDocument/2006/relationships/notesSlide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59" Target="notesSlides/notesSlide21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22.xml" Type="http://schemas.openxmlformats.org/officeDocument/2006/relationships/notesSlide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32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5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6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7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8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39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0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1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42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3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4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5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6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7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8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49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0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1.xml.rels><?xml version="1.0" encoding="UTF-8" standalone="yes"?><Relationships xmlns="http://schemas.openxmlformats.org/package/2006/relationships"><Relationship Id="rId1" Target="../slideMasters/slideMaster5.xml" Type="http://schemas.openxmlformats.org/officeDocument/2006/relationships/slideMaster"/></Relationships>
</file>

<file path=ppt/slideLayouts/_rels/slideLayout52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3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4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5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6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7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8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59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0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1.xml.rels><?xml version="1.0" encoding="UTF-8" standalone="yes"?><Relationships xmlns="http://schemas.openxmlformats.org/package/2006/relationships"><Relationship Id="rId1" Target="../slideMasters/slideMaster6.xml" Type="http://schemas.openxmlformats.org/officeDocument/2006/relationships/slideMaster"/></Relationships>
</file>

<file path=ppt/slideLayouts/_rels/slideLayout62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3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4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5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6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7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8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69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70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71.xml.rels><?xml version="1.0" encoding="UTF-8" standalone="yes"?><Relationships xmlns="http://schemas.openxmlformats.org/package/2006/relationships"><Relationship Id="rId1" Target="../slideMasters/slideMaster7.xml" Type="http://schemas.openxmlformats.org/officeDocument/2006/relationships/slideMaster"/></Relationships>
</file>

<file path=ppt/slideLayouts/_rels/slideLayout72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3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4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5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6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7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8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79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80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81.xml.rels><?xml version="1.0" encoding="UTF-8" standalone="yes"?><Relationships xmlns="http://schemas.openxmlformats.org/package/2006/relationships"><Relationship Id="rId1" Target="../slideMasters/slideMaster8.xml" Type="http://schemas.openxmlformats.org/officeDocument/2006/relationships/slideMaster"/></Relationships>
</file>

<file path=ppt/slideLayouts/_rels/slideLayout82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3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4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5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6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7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8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89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90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91.xml.rels><?xml version="1.0" encoding="UTF-8" standalone="yes"?><Relationships xmlns="http://schemas.openxmlformats.org/package/2006/relationships"><Relationship Id="rId1" Target="../slideMasters/slideMaster9.xml" Type="http://schemas.openxmlformats.org/officeDocument/2006/relationships/slideMaster"/></Relationships>
</file>

<file path=ppt/slideLayouts/_rels/slideLayout92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3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4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5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6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7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8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99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100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_rels/slideLayout101.xml.rels><?xml version="1.0" encoding="UTF-8" standalone="yes"?><Relationships xmlns="http://schemas.openxmlformats.org/package/2006/relationships"><Relationship Id="rId1" Target="../slideMasters/slideMaster10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6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6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6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6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6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6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6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7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7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7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7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7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7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7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7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7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7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8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8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8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8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8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9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9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9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9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9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9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9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9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9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0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0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0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0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0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0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0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0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1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1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1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1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1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1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1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1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1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2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2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2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2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2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2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2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2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3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3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3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3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3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3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3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3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3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4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4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4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15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5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5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5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5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5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5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5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6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6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6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6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6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6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6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16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16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17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17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17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17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17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17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17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17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17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7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18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8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18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18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18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18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18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18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9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9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9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9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9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9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9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0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0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0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0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1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1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1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1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1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1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1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1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2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2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2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2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2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2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2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2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2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2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3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3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3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3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3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3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3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3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3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3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4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4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4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24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24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24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24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4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4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5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5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5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5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5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25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5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5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5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6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6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6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6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7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7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7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7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7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7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27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28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28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28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28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28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28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8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28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28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9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29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29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29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29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29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29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29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29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9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0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0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0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30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30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30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30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0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30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3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3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3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3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3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3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3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3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3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3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3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3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3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3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3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3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3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3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36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1" type="body" sz="quarter"/>
          </p:nvPr>
        </p:nvSpPr>
        <p:spPr>
          <a:xfrm rot="0" flipH="false" flipV="false">
            <a:off x="1155700" y="282575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62" type="body" sz="quarter"/>
          </p:nvPr>
        </p:nvSpPr>
        <p:spPr>
          <a:xfrm rot="0" flipH="false" flipV="false">
            <a:off x="635000" y="787400"/>
            <a:ext cx="5256743" cy="14859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6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36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36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36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36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6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36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37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37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37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37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37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37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7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7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7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7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8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8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8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8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8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8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8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8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38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9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9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9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9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9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9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9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9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0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0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0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0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0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0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0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0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0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1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1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41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41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41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41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41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41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41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19" type="body" sz="quarter"/>
          </p:nvPr>
        </p:nvSpPr>
        <p:spPr>
          <a:xfrm rot="0" flipH="false" flipV="false">
            <a:off x="1168400" y="2745740"/>
            <a:ext cx="9880600" cy="1003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20" type="body" sz="quarter"/>
          </p:nvPr>
        </p:nvSpPr>
        <p:spPr>
          <a:xfrm rot="0" flipH="false" flipV="false">
            <a:off x="1168400" y="2080158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1" type="body" sz="quarter"/>
          </p:nvPr>
        </p:nvSpPr>
        <p:spPr>
          <a:xfrm rot="0" flipH="false" flipV="false">
            <a:off x="1155700" y="282575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2" type="body" sz="quarter"/>
          </p:nvPr>
        </p:nvSpPr>
        <p:spPr>
          <a:xfrm rot="0" flipH="false" flipV="false">
            <a:off x="635000" y="787400"/>
            <a:ext cx="5256743" cy="1447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23" type="body" sz="quarter" hasCustomPrompt="true"/>
          </p:nvPr>
        </p:nvSpPr>
        <p:spPr>
          <a:xfrm rot="0" flipH="false" flipV="false">
            <a:off x="5891743" y="845441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24" type="body" sz="quarter" hasCustomPrompt="true"/>
          </p:nvPr>
        </p:nvSpPr>
        <p:spPr>
          <a:xfrm rot="0" flipH="false" flipV="false">
            <a:off x="5891743" y="232892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425" type="body" sz="quarter" hasCustomPrompt="true"/>
          </p:nvPr>
        </p:nvSpPr>
        <p:spPr>
          <a:xfrm rot="0" flipH="false" flipV="false">
            <a:off x="5891743" y="3764257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426" type="body" sz="quarter" hasCustomPrompt="true"/>
          </p:nvPr>
        </p:nvSpPr>
        <p:spPr>
          <a:xfrm rot="0" flipH="false" flipV="false">
            <a:off x="5891743" y="522090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427" type="body" sz="quarter"/>
          </p:nvPr>
        </p:nvSpPr>
        <p:spPr>
          <a:xfrm rot="0" flipH="false" flipV="false">
            <a:off x="6788086" y="1240031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428" type="body" sz="quarter"/>
          </p:nvPr>
        </p:nvSpPr>
        <p:spPr>
          <a:xfrm rot="0" flipH="false" flipV="false">
            <a:off x="6788086" y="2704466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29" type="body" sz="quarter"/>
          </p:nvPr>
        </p:nvSpPr>
        <p:spPr>
          <a:xfrm rot="0" flipH="false" flipV="false">
            <a:off x="6788086" y="4139797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30" type="body" sz="quarter"/>
          </p:nvPr>
        </p:nvSpPr>
        <p:spPr>
          <a:xfrm rot="0" flipH="false" flipV="false">
            <a:off x="6788086" y="5575129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31" type="body" sz="quarter"/>
          </p:nvPr>
        </p:nvSpPr>
        <p:spPr>
          <a:xfrm rot="0" flipH="false" flipV="false">
            <a:off x="6788086" y="5150165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2" type="body" sz="quarter"/>
          </p:nvPr>
        </p:nvSpPr>
        <p:spPr>
          <a:xfrm rot="0" flipH="false" flipV="false">
            <a:off x="6788086" y="796018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33" type="body" sz="quarter"/>
          </p:nvPr>
        </p:nvSpPr>
        <p:spPr>
          <a:xfrm rot="0" flipH="false" flipV="false">
            <a:off x="6788086" y="2279503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34" type="body" sz="quarter"/>
          </p:nvPr>
        </p:nvSpPr>
        <p:spPr>
          <a:xfrm rot="0" flipH="false" flipV="false">
            <a:off x="6788086" y="3714834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435" type="body" sz="quarter"/>
          </p:nvPr>
        </p:nvSpPr>
        <p:spPr>
          <a:xfrm rot="0" flipH="false" flipV="false">
            <a:off x="6316558" y="4904525"/>
            <a:ext cx="5125239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36" type="body" sz="quarter"/>
          </p:nvPr>
        </p:nvSpPr>
        <p:spPr>
          <a:xfrm rot="0" flipH="false" flipV="false">
            <a:off x="635000" y="4853725"/>
            <a:ext cx="52578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3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38" type="body" sz="quarter"/>
          </p:nvPr>
        </p:nvSpPr>
        <p:spPr>
          <a:xfrm rot="0" flipH="false" flipV="false">
            <a:off x="638697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39" type="body" sz="quarter"/>
          </p:nvPr>
        </p:nvSpPr>
        <p:spPr>
          <a:xfrm rot="0" flipH="false" flipV="false">
            <a:off x="635000" y="787400"/>
            <a:ext cx="5256743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4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1" type="body" sz="quarter"/>
          </p:nvPr>
        </p:nvSpPr>
        <p:spPr>
          <a:xfrm rot="0" flipH="false" flipV="false">
            <a:off x="6350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42" type="body" sz="quarter"/>
          </p:nvPr>
        </p:nvSpPr>
        <p:spPr>
          <a:xfrm rot="0" flipH="false" flipV="false">
            <a:off x="61722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43" type="body" sz="quarter"/>
          </p:nvPr>
        </p:nvSpPr>
        <p:spPr>
          <a:xfrm rot="0" flipH="false" flipV="false">
            <a:off x="635000" y="749300"/>
            <a:ext cx="10919218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4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4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46" type="body" sz="quarter"/>
          </p:nvPr>
        </p:nvSpPr>
        <p:spPr>
          <a:xfrm rot="0" flipH="false" flipV="false">
            <a:off x="635000" y="2781300"/>
            <a:ext cx="3835400" cy="1219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47" type="body" sz="quarter"/>
          </p:nvPr>
        </p:nvSpPr>
        <p:spPr>
          <a:xfrm rot="0" flipH="false" flipV="false">
            <a:off x="9336835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48" type="body" sz="quarter"/>
          </p:nvPr>
        </p:nvSpPr>
        <p:spPr>
          <a:xfrm rot="0" flipH="false" flipV="false">
            <a:off x="7012027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49" type="body" sz="quarter"/>
          </p:nvPr>
        </p:nvSpPr>
        <p:spPr>
          <a:xfrm rot="0" flipH="false" flipV="false">
            <a:off x="4674519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45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5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45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53" type="body" sz="quarter"/>
          </p:nvPr>
        </p:nvSpPr>
        <p:spPr>
          <a:xfrm rot="0" flipH="false" flipV="false">
            <a:off x="638697" y="749300"/>
            <a:ext cx="109220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5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5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5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5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58" type="body" sz="quarter"/>
          </p:nvPr>
        </p:nvSpPr>
        <p:spPr>
          <a:xfrm rot="0" flipH="false" flipV="false">
            <a:off x="2331321" y="2750532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459" type="body" sz="quarter"/>
          </p:nvPr>
        </p:nvSpPr>
        <p:spPr>
          <a:xfrm rot="0" flipH="false" flipV="false">
            <a:off x="7823200" y="2781138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60" type="body" sz="quarter"/>
          </p:nvPr>
        </p:nvSpPr>
        <p:spPr>
          <a:xfrm rot="0" flipH="false" flipV="false">
            <a:off x="2331321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61" type="body" sz="quarter"/>
          </p:nvPr>
        </p:nvSpPr>
        <p:spPr>
          <a:xfrm rot="0" flipH="false" flipV="false">
            <a:off x="7823200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62" type="body" sz="quarter"/>
          </p:nvPr>
        </p:nvSpPr>
        <p:spPr>
          <a:xfrm rot="0" flipH="false" flipV="false">
            <a:off x="2331321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63" type="body" sz="quarter"/>
          </p:nvPr>
        </p:nvSpPr>
        <p:spPr>
          <a:xfrm rot="0" flipH="false" flipV="false">
            <a:off x="7823200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64" type="body" sz="quarter"/>
          </p:nvPr>
        </p:nvSpPr>
        <p:spPr>
          <a:xfrm rot="0" flipH="false" flipV="false">
            <a:off x="2331321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65" type="body" sz="quarter"/>
          </p:nvPr>
        </p:nvSpPr>
        <p:spPr>
          <a:xfrm rot="0" flipH="false" flipV="false">
            <a:off x="7823200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6" type="body" sz="quarter"/>
          </p:nvPr>
        </p:nvSpPr>
        <p:spPr>
          <a:xfrm rot="0" flipH="false" flipV="false">
            <a:off x="1161058" y="748860"/>
            <a:ext cx="98679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6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6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6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47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47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47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473" type="body" sz="quarter"/>
          </p:nvPr>
        </p:nvSpPr>
        <p:spPr>
          <a:xfrm rot="0" flipH="false" flipV="false">
            <a:off x="7620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474" type="body" sz="quarter"/>
          </p:nvPr>
        </p:nvSpPr>
        <p:spPr>
          <a:xfrm rot="0" flipH="false" flipV="false">
            <a:off x="47752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475" type="body" sz="quarter"/>
          </p:nvPr>
        </p:nvSpPr>
        <p:spPr>
          <a:xfrm rot="0" flipH="false" flipV="false">
            <a:off x="87884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476" type="body" sz="quarter"/>
          </p:nvPr>
        </p:nvSpPr>
        <p:spPr>
          <a:xfrm rot="0" flipH="false" flipV="false">
            <a:off x="7620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477" type="body" sz="quarter"/>
          </p:nvPr>
        </p:nvSpPr>
        <p:spPr>
          <a:xfrm rot="0" flipH="false" flipV="false">
            <a:off x="47752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478" type="body" sz="quarter"/>
          </p:nvPr>
        </p:nvSpPr>
        <p:spPr>
          <a:xfrm rot="0" flipH="false" flipV="false">
            <a:off x="8788400" y="54972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79" type="body" sz="quarter"/>
          </p:nvPr>
        </p:nvSpPr>
        <p:spPr>
          <a:xfrm rot="0" flipH="false" flipV="false">
            <a:off x="1168400" y="274574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80" type="body" sz="quarter"/>
          </p:nvPr>
        </p:nvSpPr>
        <p:spPr>
          <a:xfrm rot="0" flipH="false" flipV="false">
            <a:off x="1168400" y="2080158"/>
            <a:ext cx="98806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1" type="body" sz="quarter"/>
          </p:nvPr>
        </p:nvSpPr>
        <p:spPr>
          <a:xfrm rot="0" flipH="false" flipV="false">
            <a:off x="1155700" y="282575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2" type="body" sz="quarter"/>
          </p:nvPr>
        </p:nvSpPr>
        <p:spPr>
          <a:xfrm rot="0" flipH="false" flipV="false">
            <a:off x="635000" y="787400"/>
            <a:ext cx="5256743" cy="1447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83" type="body" sz="quarter" hasCustomPrompt="true"/>
          </p:nvPr>
        </p:nvSpPr>
        <p:spPr>
          <a:xfrm rot="0" flipH="false" flipV="false">
            <a:off x="5891743" y="845441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</a:p>
        </p:txBody>
      </p:sp>
      <p:sp>
        <p:nvSpPr>
          <p:cNvPr name="AutoShape 4" id="4"/>
          <p:cNvSpPr/>
          <p:nvPr>
            <p:ph idx="484" type="body" sz="quarter" hasCustomPrompt="true"/>
          </p:nvPr>
        </p:nvSpPr>
        <p:spPr>
          <a:xfrm rot="0" flipH="false" flipV="false">
            <a:off x="5891743" y="232892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</a:p>
        </p:txBody>
      </p:sp>
      <p:sp>
        <p:nvSpPr>
          <p:cNvPr name="AutoShape 5" id="5"/>
          <p:cNvSpPr/>
          <p:nvPr>
            <p:ph idx="485" type="body" sz="quarter" hasCustomPrompt="true"/>
          </p:nvPr>
        </p:nvSpPr>
        <p:spPr>
          <a:xfrm rot="0" flipH="false" flipV="false">
            <a:off x="5891743" y="3764257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</a:p>
        </p:txBody>
      </p:sp>
      <p:sp>
        <p:nvSpPr>
          <p:cNvPr name="AutoShape 6" id="6"/>
          <p:cNvSpPr/>
          <p:nvPr>
            <p:ph idx="486" type="body" sz="quarter" hasCustomPrompt="true"/>
          </p:nvPr>
        </p:nvSpPr>
        <p:spPr>
          <a:xfrm rot="0" flipH="false" flipV="false">
            <a:off x="5891743" y="5220906"/>
            <a:ext cx="896343" cy="6096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</a:p>
        </p:txBody>
      </p:sp>
      <p:sp>
        <p:nvSpPr>
          <p:cNvPr name="AutoShape 7" id="7"/>
          <p:cNvSpPr/>
          <p:nvPr>
            <p:ph idx="487" type="body" sz="quarter"/>
          </p:nvPr>
        </p:nvSpPr>
        <p:spPr>
          <a:xfrm rot="0" flipH="false" flipV="false">
            <a:off x="6788086" y="1240031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488" type="body" sz="quarter"/>
          </p:nvPr>
        </p:nvSpPr>
        <p:spPr>
          <a:xfrm rot="0" flipH="false" flipV="false">
            <a:off x="6788086" y="2704466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89" type="body" sz="quarter"/>
          </p:nvPr>
        </p:nvSpPr>
        <p:spPr>
          <a:xfrm rot="0" flipH="false" flipV="false">
            <a:off x="6788086" y="4139797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90" type="body" sz="quarter"/>
          </p:nvPr>
        </p:nvSpPr>
        <p:spPr>
          <a:xfrm rot="0" flipH="false" flipV="false">
            <a:off x="6788086" y="5575129"/>
            <a:ext cx="46482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91" type="body" sz="quarter"/>
          </p:nvPr>
        </p:nvSpPr>
        <p:spPr>
          <a:xfrm rot="0" flipH="false" flipV="false">
            <a:off x="6788086" y="5150165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92" type="body" sz="quarter"/>
          </p:nvPr>
        </p:nvSpPr>
        <p:spPr>
          <a:xfrm rot="0" flipH="false" flipV="false">
            <a:off x="6788086" y="796018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93" type="body" sz="quarter"/>
          </p:nvPr>
        </p:nvSpPr>
        <p:spPr>
          <a:xfrm rot="0" flipH="false" flipV="false">
            <a:off x="6788086" y="2279503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94" type="body" sz="quarter"/>
          </p:nvPr>
        </p:nvSpPr>
        <p:spPr>
          <a:xfrm rot="0" flipH="false" flipV="false">
            <a:off x="6788086" y="3714834"/>
            <a:ext cx="46482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495" type="body" sz="quarter"/>
          </p:nvPr>
        </p:nvSpPr>
        <p:spPr>
          <a:xfrm rot="0" flipH="false" flipV="false">
            <a:off x="6316558" y="4904525"/>
            <a:ext cx="5125239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496" type="body" sz="quarter"/>
          </p:nvPr>
        </p:nvSpPr>
        <p:spPr>
          <a:xfrm rot="0" flipH="false" flipV="false">
            <a:off x="635000" y="4853725"/>
            <a:ext cx="52578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9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98" type="body" sz="quarter"/>
          </p:nvPr>
        </p:nvSpPr>
        <p:spPr>
          <a:xfrm rot="0" flipH="false" flipV="false">
            <a:off x="638697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99" type="body" sz="quarter"/>
          </p:nvPr>
        </p:nvSpPr>
        <p:spPr>
          <a:xfrm rot="0" flipH="false" flipV="false">
            <a:off x="635000" y="787400"/>
            <a:ext cx="5256743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50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1" type="body" sz="quarter"/>
          </p:nvPr>
        </p:nvSpPr>
        <p:spPr>
          <a:xfrm rot="0" flipH="false" flipV="false">
            <a:off x="6350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02" type="body" sz="quarter"/>
          </p:nvPr>
        </p:nvSpPr>
        <p:spPr>
          <a:xfrm rot="0" flipH="false" flipV="false">
            <a:off x="6172200" y="5588000"/>
            <a:ext cx="52578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503" type="body" sz="quarter"/>
          </p:nvPr>
        </p:nvSpPr>
        <p:spPr>
          <a:xfrm rot="0" flipH="false" flipV="false">
            <a:off x="635000" y="749300"/>
            <a:ext cx="10919218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0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06" type="body" sz="quarter"/>
          </p:nvPr>
        </p:nvSpPr>
        <p:spPr>
          <a:xfrm rot="0" flipH="false" flipV="false">
            <a:off x="635000" y="2781300"/>
            <a:ext cx="3835400" cy="1219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07" type="body" sz="quarter"/>
          </p:nvPr>
        </p:nvSpPr>
        <p:spPr>
          <a:xfrm rot="0" flipH="false" flipV="false">
            <a:off x="9336835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508" type="body" sz="quarter"/>
          </p:nvPr>
        </p:nvSpPr>
        <p:spPr>
          <a:xfrm rot="0" flipH="false" flipV="false">
            <a:off x="7012027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09" type="body" sz="quarter"/>
          </p:nvPr>
        </p:nvSpPr>
        <p:spPr>
          <a:xfrm rot="0" flipH="false" flipV="false">
            <a:off x="4674519" y="5427090"/>
            <a:ext cx="2108929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51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1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13" type="body" sz="quarter"/>
          </p:nvPr>
        </p:nvSpPr>
        <p:spPr>
          <a:xfrm rot="0" flipH="false" flipV="false">
            <a:off x="638697" y="749300"/>
            <a:ext cx="109220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1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1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51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1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8" type="body" sz="quarter"/>
          </p:nvPr>
        </p:nvSpPr>
        <p:spPr>
          <a:xfrm rot="0" flipH="false" flipV="false">
            <a:off x="2331321" y="2750532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519" type="body" sz="quarter"/>
          </p:nvPr>
        </p:nvSpPr>
        <p:spPr>
          <a:xfrm rot="0" flipH="false" flipV="false">
            <a:off x="7823200" y="2781138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520" type="body" sz="quarter"/>
          </p:nvPr>
        </p:nvSpPr>
        <p:spPr>
          <a:xfrm rot="0" flipH="false" flipV="false">
            <a:off x="2331321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521" type="body" sz="quarter"/>
          </p:nvPr>
        </p:nvSpPr>
        <p:spPr>
          <a:xfrm rot="0" flipH="false" flipV="false">
            <a:off x="7823200" y="4844240"/>
            <a:ext cx="3606800" cy="2667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522" type="body" sz="quarter"/>
          </p:nvPr>
        </p:nvSpPr>
        <p:spPr>
          <a:xfrm rot="0" flipH="false" flipV="false">
            <a:off x="2331321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523" type="body" sz="quarter"/>
          </p:nvPr>
        </p:nvSpPr>
        <p:spPr>
          <a:xfrm rot="0" flipH="false" flipV="false">
            <a:off x="7823200" y="2330787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524" type="body" sz="quarter"/>
          </p:nvPr>
        </p:nvSpPr>
        <p:spPr>
          <a:xfrm rot="0" flipH="false" flipV="false">
            <a:off x="2331321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525" type="body" sz="quarter"/>
          </p:nvPr>
        </p:nvSpPr>
        <p:spPr>
          <a:xfrm rot="0" flipH="false" flipV="false">
            <a:off x="7823200" y="4457376"/>
            <a:ext cx="3606800" cy="3048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26" type="body" sz="quarter"/>
          </p:nvPr>
        </p:nvSpPr>
        <p:spPr>
          <a:xfrm rot="0" flipH="false" flipV="false">
            <a:off x="1161058" y="748860"/>
            <a:ext cx="9867900" cy="609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52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2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52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3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3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3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3" type="body" sz="quarter"/>
          </p:nvPr>
        </p:nvSpPr>
        <p:spPr>
          <a:xfrm rot="0" flipH="false" flipV="false">
            <a:off x="7620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34" type="body" sz="quarter"/>
          </p:nvPr>
        </p:nvSpPr>
        <p:spPr>
          <a:xfrm rot="0" flipH="false" flipV="false">
            <a:off x="47752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35" type="body" sz="quarter"/>
          </p:nvPr>
        </p:nvSpPr>
        <p:spPr>
          <a:xfrm rot="0" flipH="false" flipV="false">
            <a:off x="8788400" y="3246150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36" type="body" sz="quarter"/>
          </p:nvPr>
        </p:nvSpPr>
        <p:spPr>
          <a:xfrm rot="0" flipH="false" flipV="false">
            <a:off x="7620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37" type="body" sz="quarter"/>
          </p:nvPr>
        </p:nvSpPr>
        <p:spPr>
          <a:xfrm rot="0" flipH="false" flipV="false">
            <a:off x="4775200" y="54845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38" type="body" sz="quarter"/>
          </p:nvPr>
        </p:nvSpPr>
        <p:spPr>
          <a:xfrm rot="0" flipH="false" flipV="false">
            <a:off x="8788400" y="5497271"/>
            <a:ext cx="2641600" cy="2667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 spc="0">
                <a:solidFill>
                  <a:srgbClr val="9B9EA2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9" type="body" sz="quarter"/>
          </p:nvPr>
        </p:nvSpPr>
        <p:spPr>
          <a:xfrm rot="0" flipH="false" flipV="false">
            <a:off x="1168400" y="2745740"/>
            <a:ext cx="9880600" cy="9652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540" type="body" sz="quarter"/>
          </p:nvPr>
        </p:nvSpPr>
        <p:spPr>
          <a:xfrm rot="0" flipH="false" flipV="false">
            <a:off x="1168400" y="2080158"/>
            <a:ext cx="9880600" cy="3048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30.xml" Type="http://schemas.openxmlformats.org/officeDocument/2006/relationships/slideLayout"/><Relationship Id="rId11" Target="../slideLayouts/slideLayout31.xml" Type="http://schemas.openxmlformats.org/officeDocument/2006/relationships/slideLayout"/><Relationship Id="rId2" Target="../slideLayouts/slideLayout22.xml" Type="http://schemas.openxmlformats.org/officeDocument/2006/relationships/slideLayout"/><Relationship Id="rId3" Target="../slideLayouts/slideLayout23.xml" Type="http://schemas.openxmlformats.org/officeDocument/2006/relationships/slideLayout"/><Relationship Id="rId4" Target="../slideLayouts/slideLayout24.xml" Type="http://schemas.openxmlformats.org/officeDocument/2006/relationships/slideLayout"/><Relationship Id="rId5" Target="../slideLayouts/slideLayout25.xml" Type="http://schemas.openxmlformats.org/officeDocument/2006/relationships/slideLayout"/><Relationship Id="rId6" Target="../slideLayouts/slideLayout26.xml" Type="http://schemas.openxmlformats.org/officeDocument/2006/relationships/slideLayout"/><Relationship Id="rId7" Target="../slideLayouts/slideLayout27.xml" Type="http://schemas.openxmlformats.org/officeDocument/2006/relationships/slideLayout"/><Relationship Id="rId8" Target="../slideLayouts/slideLayout28.xml" Type="http://schemas.openxmlformats.org/officeDocument/2006/relationships/slideLayout"/><Relationship Id="rId9" Target="../slideLayouts/slideLayout29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10" Target="../slideLayouts/slideLayout40.xml" Type="http://schemas.openxmlformats.org/officeDocument/2006/relationships/slideLayout"/><Relationship Id="rId11" Target="../slideLayouts/slideLayout41.xml" Type="http://schemas.openxmlformats.org/officeDocument/2006/relationships/slideLayout"/><Relationship Id="rId2" Target="../slideLayouts/slideLayout32.xml" Type="http://schemas.openxmlformats.org/officeDocument/2006/relationships/slideLayout"/><Relationship Id="rId3" Target="../slideLayouts/slideLayout33.xml" Type="http://schemas.openxmlformats.org/officeDocument/2006/relationships/slideLayout"/><Relationship Id="rId4" Target="../slideLayouts/slideLayout34.xml" Type="http://schemas.openxmlformats.org/officeDocument/2006/relationships/slideLayout"/><Relationship Id="rId5" Target="../slideLayouts/slideLayout35.xml" Type="http://schemas.openxmlformats.org/officeDocument/2006/relationships/slideLayout"/><Relationship Id="rId6" Target="../slideLayouts/slideLayout36.xml" Type="http://schemas.openxmlformats.org/officeDocument/2006/relationships/slideLayout"/><Relationship Id="rId7" Target="../slideLayouts/slideLayout37.xml" Type="http://schemas.openxmlformats.org/officeDocument/2006/relationships/slideLayout"/><Relationship Id="rId8" Target="../slideLayouts/slideLayout38.xml" Type="http://schemas.openxmlformats.org/officeDocument/2006/relationships/slideLayout"/><Relationship Id="rId9" Target="../slideLayouts/slideLayout39.xml" Type="http://schemas.openxmlformats.org/officeDocument/2006/relationships/slideLayout"/></Relationships>
</file>

<file path=ppt/slideMasters/_rels/slideMaster5.xml.rels><?xml version="1.0" encoding="UTF-8" standalone="yes"?><Relationships xmlns="http://schemas.openxmlformats.org/package/2006/relationships"><Relationship Id="rId1" Target="../theme/theme6.xml" Type="http://schemas.openxmlformats.org/officeDocument/2006/relationships/theme"/><Relationship Id="rId10" Target="../slideLayouts/slideLayout50.xml" Type="http://schemas.openxmlformats.org/officeDocument/2006/relationships/slideLayout"/><Relationship Id="rId11" Target="../slideLayouts/slideLayout51.xml" Type="http://schemas.openxmlformats.org/officeDocument/2006/relationships/slideLayout"/><Relationship Id="rId2" Target="../slideLayouts/slideLayout42.xml" Type="http://schemas.openxmlformats.org/officeDocument/2006/relationships/slideLayout"/><Relationship Id="rId3" Target="../slideLayouts/slideLayout43.xml" Type="http://schemas.openxmlformats.org/officeDocument/2006/relationships/slideLayout"/><Relationship Id="rId4" Target="../slideLayouts/slideLayout44.xml" Type="http://schemas.openxmlformats.org/officeDocument/2006/relationships/slideLayout"/><Relationship Id="rId5" Target="../slideLayouts/slideLayout45.xml" Type="http://schemas.openxmlformats.org/officeDocument/2006/relationships/slideLayout"/><Relationship Id="rId6" Target="../slideLayouts/slideLayout46.xml" Type="http://schemas.openxmlformats.org/officeDocument/2006/relationships/slideLayout"/><Relationship Id="rId7" Target="../slideLayouts/slideLayout47.xml" Type="http://schemas.openxmlformats.org/officeDocument/2006/relationships/slideLayout"/><Relationship Id="rId8" Target="../slideLayouts/slideLayout48.xml" Type="http://schemas.openxmlformats.org/officeDocument/2006/relationships/slideLayout"/><Relationship Id="rId9" Target="../slideLayouts/slideLayout49.xml" Type="http://schemas.openxmlformats.org/officeDocument/2006/relationships/slideLayout"/></Relationships>
</file>

<file path=ppt/slideMasters/_rels/slideMaster6.xml.rels><?xml version="1.0" encoding="UTF-8" standalone="yes"?><Relationships xmlns="http://schemas.openxmlformats.org/package/2006/relationships"><Relationship Id="rId1" Target="../theme/theme7.xml" Type="http://schemas.openxmlformats.org/officeDocument/2006/relationships/theme"/><Relationship Id="rId10" Target="../slideLayouts/slideLayout60.xml" Type="http://schemas.openxmlformats.org/officeDocument/2006/relationships/slideLayout"/><Relationship Id="rId11" Target="../slideLayouts/slideLayout61.xml" Type="http://schemas.openxmlformats.org/officeDocument/2006/relationships/slideLayout"/><Relationship Id="rId2" Target="../slideLayouts/slideLayout52.xml" Type="http://schemas.openxmlformats.org/officeDocument/2006/relationships/slideLayout"/><Relationship Id="rId3" Target="../slideLayouts/slideLayout53.xml" Type="http://schemas.openxmlformats.org/officeDocument/2006/relationships/slideLayout"/><Relationship Id="rId4" Target="../slideLayouts/slideLayout54.xml" Type="http://schemas.openxmlformats.org/officeDocument/2006/relationships/slideLayout"/><Relationship Id="rId5" Target="../slideLayouts/slideLayout55.xml" Type="http://schemas.openxmlformats.org/officeDocument/2006/relationships/slideLayout"/><Relationship Id="rId6" Target="../slideLayouts/slideLayout56.xml" Type="http://schemas.openxmlformats.org/officeDocument/2006/relationships/slideLayout"/><Relationship Id="rId7" Target="../slideLayouts/slideLayout57.xml" Type="http://schemas.openxmlformats.org/officeDocument/2006/relationships/slideLayout"/><Relationship Id="rId8" Target="../slideLayouts/slideLayout58.xml" Type="http://schemas.openxmlformats.org/officeDocument/2006/relationships/slideLayout"/><Relationship Id="rId9" Target="../slideLayouts/slideLayout59.xml" Type="http://schemas.openxmlformats.org/officeDocument/2006/relationships/slideLayout"/></Relationships>
</file>

<file path=ppt/slideMasters/_rels/slideMaster7.xml.rels><?xml version="1.0" encoding="UTF-8" standalone="yes"?><Relationships xmlns="http://schemas.openxmlformats.org/package/2006/relationships"><Relationship Id="rId1" Target="../theme/theme8.xml" Type="http://schemas.openxmlformats.org/officeDocument/2006/relationships/theme"/><Relationship Id="rId10" Target="../slideLayouts/slideLayout70.xml" Type="http://schemas.openxmlformats.org/officeDocument/2006/relationships/slideLayout"/><Relationship Id="rId11" Target="../slideLayouts/slideLayout71.xml" Type="http://schemas.openxmlformats.org/officeDocument/2006/relationships/slideLayout"/><Relationship Id="rId2" Target="../slideLayouts/slideLayout62.xml" Type="http://schemas.openxmlformats.org/officeDocument/2006/relationships/slideLayout"/><Relationship Id="rId3" Target="../slideLayouts/slideLayout63.xml" Type="http://schemas.openxmlformats.org/officeDocument/2006/relationships/slideLayout"/><Relationship Id="rId4" Target="../slideLayouts/slideLayout64.xml" Type="http://schemas.openxmlformats.org/officeDocument/2006/relationships/slideLayout"/><Relationship Id="rId5" Target="../slideLayouts/slideLayout65.xml" Type="http://schemas.openxmlformats.org/officeDocument/2006/relationships/slideLayout"/><Relationship Id="rId6" Target="../slideLayouts/slideLayout66.xml" Type="http://schemas.openxmlformats.org/officeDocument/2006/relationships/slideLayout"/><Relationship Id="rId7" Target="../slideLayouts/slideLayout67.xml" Type="http://schemas.openxmlformats.org/officeDocument/2006/relationships/slideLayout"/><Relationship Id="rId8" Target="../slideLayouts/slideLayout68.xml" Type="http://schemas.openxmlformats.org/officeDocument/2006/relationships/slideLayout"/><Relationship Id="rId9" Target="../slideLayouts/slideLayout69.xml" Type="http://schemas.openxmlformats.org/officeDocument/2006/relationships/slideLayout"/></Relationships>
</file>

<file path=ppt/slideMasters/_rels/slideMaster8.xml.rels><?xml version="1.0" encoding="UTF-8" standalone="yes"?><Relationships xmlns="http://schemas.openxmlformats.org/package/2006/relationships"><Relationship Id="rId1" Target="../theme/theme9.xml" Type="http://schemas.openxmlformats.org/officeDocument/2006/relationships/theme"/><Relationship Id="rId10" Target="../slideLayouts/slideLayout80.xml" Type="http://schemas.openxmlformats.org/officeDocument/2006/relationships/slideLayout"/><Relationship Id="rId11" Target="../slideLayouts/slideLayout81.xml" Type="http://schemas.openxmlformats.org/officeDocument/2006/relationships/slideLayout"/><Relationship Id="rId2" Target="../slideLayouts/slideLayout72.xml" Type="http://schemas.openxmlformats.org/officeDocument/2006/relationships/slideLayout"/><Relationship Id="rId3" Target="../slideLayouts/slideLayout73.xml" Type="http://schemas.openxmlformats.org/officeDocument/2006/relationships/slideLayout"/><Relationship Id="rId4" Target="../slideLayouts/slideLayout74.xml" Type="http://schemas.openxmlformats.org/officeDocument/2006/relationships/slideLayout"/><Relationship Id="rId5" Target="../slideLayouts/slideLayout75.xml" Type="http://schemas.openxmlformats.org/officeDocument/2006/relationships/slideLayout"/><Relationship Id="rId6" Target="../slideLayouts/slideLayout76.xml" Type="http://schemas.openxmlformats.org/officeDocument/2006/relationships/slideLayout"/><Relationship Id="rId7" Target="../slideLayouts/slideLayout77.xml" Type="http://schemas.openxmlformats.org/officeDocument/2006/relationships/slideLayout"/><Relationship Id="rId8" Target="../slideLayouts/slideLayout78.xml" Type="http://schemas.openxmlformats.org/officeDocument/2006/relationships/slideLayout"/><Relationship Id="rId9" Target="../slideLayouts/slideLayout79.xml" Type="http://schemas.openxmlformats.org/officeDocument/2006/relationships/slideLayout"/></Relationships>
</file>

<file path=ppt/slideMasters/_rels/slideMaster9.xml.rels><?xml version="1.0" encoding="UTF-8" standalone="yes"?><Relationships xmlns="http://schemas.openxmlformats.org/package/2006/relationships"><Relationship Id="rId1" Target="../theme/theme10.xml" Type="http://schemas.openxmlformats.org/officeDocument/2006/relationships/theme"/><Relationship Id="rId10" Target="../slideLayouts/slideLayout90.xml" Type="http://schemas.openxmlformats.org/officeDocument/2006/relationships/slideLayout"/><Relationship Id="rId11" Target="../slideLayouts/slideLayout91.xml" Type="http://schemas.openxmlformats.org/officeDocument/2006/relationships/slideLayout"/><Relationship Id="rId2" Target="../slideLayouts/slideLayout82.xml" Type="http://schemas.openxmlformats.org/officeDocument/2006/relationships/slideLayout"/><Relationship Id="rId3" Target="../slideLayouts/slideLayout83.xml" Type="http://schemas.openxmlformats.org/officeDocument/2006/relationships/slideLayout"/><Relationship Id="rId4" Target="../slideLayouts/slideLayout84.xml" Type="http://schemas.openxmlformats.org/officeDocument/2006/relationships/slideLayout"/><Relationship Id="rId5" Target="../slideLayouts/slideLayout85.xml" Type="http://schemas.openxmlformats.org/officeDocument/2006/relationships/slideLayout"/><Relationship Id="rId6" Target="../slideLayouts/slideLayout86.xml" Type="http://schemas.openxmlformats.org/officeDocument/2006/relationships/slideLayout"/><Relationship Id="rId7" Target="../slideLayouts/slideLayout87.xml" Type="http://schemas.openxmlformats.org/officeDocument/2006/relationships/slideLayout"/><Relationship Id="rId8" Target="../slideLayouts/slideLayout88.xml" Type="http://schemas.openxmlformats.org/officeDocument/2006/relationships/slideLayout"/><Relationship Id="rId9" Target="../slideLayouts/slideLayout89.xml" Type="http://schemas.openxmlformats.org/officeDocument/2006/relationships/slideLayout"/></Relationships>
</file>

<file path=ppt/slideMasters/_rels/slideMaster10.xml.rels><?xml version="1.0" encoding="UTF-8" standalone="yes"?><Relationships xmlns="http://schemas.openxmlformats.org/package/2006/relationships"><Relationship Id="rId1" Target="../theme/theme11.xml" Type="http://schemas.openxmlformats.org/officeDocument/2006/relationships/theme"/><Relationship Id="rId10" Target="../slideLayouts/slideLayout100.xml" Type="http://schemas.openxmlformats.org/officeDocument/2006/relationships/slideLayout"/><Relationship Id="rId11" Target="../slideLayouts/slideLayout101.xml" Type="http://schemas.openxmlformats.org/officeDocument/2006/relationships/slideLayout"/><Relationship Id="rId2" Target="../slideLayouts/slideLayout92.xml" Type="http://schemas.openxmlformats.org/officeDocument/2006/relationships/slideLayout"/><Relationship Id="rId3" Target="../slideLayouts/slideLayout93.xml" Type="http://schemas.openxmlformats.org/officeDocument/2006/relationships/slideLayout"/><Relationship Id="rId4" Target="../slideLayouts/slideLayout94.xml" Type="http://schemas.openxmlformats.org/officeDocument/2006/relationships/slideLayout"/><Relationship Id="rId5" Target="../slideLayouts/slideLayout95.xml" Type="http://schemas.openxmlformats.org/officeDocument/2006/relationships/slideLayout"/><Relationship Id="rId6" Target="../slideLayouts/slideLayout96.xml" Type="http://schemas.openxmlformats.org/officeDocument/2006/relationships/slideLayout"/><Relationship Id="rId7" Target="../slideLayouts/slideLayout97.xml" Type="http://schemas.openxmlformats.org/officeDocument/2006/relationships/slideLayout"/><Relationship Id="rId8" Target="../slideLayouts/slideLayout98.xml" Type="http://schemas.openxmlformats.org/officeDocument/2006/relationships/slideLayout"/><Relationship Id="rId9" Target="../slideLayouts/slideLayout9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09" r:id="rId2"/>
    <p:sldLayoutId id="2157483710" r:id="rId3"/>
    <p:sldLayoutId id="2157483711" r:id="rId4"/>
    <p:sldLayoutId id="2157483712" r:id="rId5"/>
    <p:sldLayoutId id="2157483713" r:id="rId6"/>
    <p:sldLayoutId id="2157483714" r:id="rId7"/>
    <p:sldLayoutId id="2157483715" r:id="rId8"/>
    <p:sldLayoutId id="2157483716" r:id="rId9"/>
    <p:sldLayoutId id="2157483717" r:id="rId10"/>
    <p:sldLayoutId id="215748371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9" r:id="rId2"/>
    <p:sldLayoutId id="2157483720" r:id="rId3"/>
    <p:sldLayoutId id="2157483721" r:id="rId4"/>
    <p:sldLayoutId id="2157483722" r:id="rId5"/>
    <p:sldLayoutId id="2157483723" r:id="rId6"/>
    <p:sldLayoutId id="2157483724" r:id="rId7"/>
    <p:sldLayoutId id="2157483725" r:id="rId8"/>
    <p:sldLayoutId id="2157483726" r:id="rId9"/>
    <p:sldLayoutId id="2157483727" r:id="rId10"/>
    <p:sldLayoutId id="215748372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29" r:id="rId2"/>
    <p:sldLayoutId id="2157483730" r:id="rId3"/>
    <p:sldLayoutId id="2157483731" r:id="rId4"/>
    <p:sldLayoutId id="2157483732" r:id="rId5"/>
    <p:sldLayoutId id="2157483733" r:id="rId6"/>
    <p:sldLayoutId id="2157483734" r:id="rId7"/>
    <p:sldLayoutId id="2157483735" r:id="rId8"/>
    <p:sldLayoutId id="2157483736" r:id="rId9"/>
    <p:sldLayoutId id="2157483737" r:id="rId10"/>
    <p:sldLayoutId id="215748373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39" r:id="rId2"/>
    <p:sldLayoutId id="2157483740" r:id="rId3"/>
    <p:sldLayoutId id="2157483741" r:id="rId4"/>
    <p:sldLayoutId id="2157483742" r:id="rId5"/>
    <p:sldLayoutId id="2157483743" r:id="rId6"/>
    <p:sldLayoutId id="2157483744" r:id="rId7"/>
    <p:sldLayoutId id="2157483745" r:id="rId8"/>
    <p:sldLayoutId id="2157483746" r:id="rId9"/>
    <p:sldLayoutId id="2157483747" r:id="rId10"/>
    <p:sldLayoutId id="215748374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49" r:id="rId2"/>
    <p:sldLayoutId id="2157483750" r:id="rId3"/>
    <p:sldLayoutId id="2157483751" r:id="rId4"/>
    <p:sldLayoutId id="2157483752" r:id="rId5"/>
    <p:sldLayoutId id="2157483753" r:id="rId6"/>
    <p:sldLayoutId id="2157483754" r:id="rId7"/>
    <p:sldLayoutId id="2157483755" r:id="rId8"/>
    <p:sldLayoutId id="2157483756" r:id="rId9"/>
    <p:sldLayoutId id="2157483757" r:id="rId10"/>
    <p:sldLayoutId id="21574837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59" r:id="rId2"/>
    <p:sldLayoutId id="2157483760" r:id="rId3"/>
    <p:sldLayoutId id="2157483761" r:id="rId4"/>
    <p:sldLayoutId id="2157483762" r:id="rId5"/>
    <p:sldLayoutId id="2157483763" r:id="rId6"/>
    <p:sldLayoutId id="2157483764" r:id="rId7"/>
    <p:sldLayoutId id="2157483765" r:id="rId8"/>
    <p:sldLayoutId id="2157483766" r:id="rId9"/>
    <p:sldLayoutId id="2157483767" r:id="rId10"/>
    <p:sldLayoutId id="21574837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69" r:id="rId2"/>
    <p:sldLayoutId id="2157483770" r:id="rId3"/>
    <p:sldLayoutId id="2157483771" r:id="rId4"/>
    <p:sldLayoutId id="2157483772" r:id="rId5"/>
    <p:sldLayoutId id="2157483773" r:id="rId6"/>
    <p:sldLayoutId id="2157483774" r:id="rId7"/>
    <p:sldLayoutId id="2157483775" r:id="rId8"/>
    <p:sldLayoutId id="2157483776" r:id="rId9"/>
    <p:sldLayoutId id="2157483777" r:id="rId10"/>
    <p:sldLayoutId id="215748377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79" r:id="rId2"/>
    <p:sldLayoutId id="2157483780" r:id="rId3"/>
    <p:sldLayoutId id="2157483781" r:id="rId4"/>
    <p:sldLayoutId id="2157483782" r:id="rId5"/>
    <p:sldLayoutId id="2157483783" r:id="rId6"/>
    <p:sldLayoutId id="2157483784" r:id="rId7"/>
    <p:sldLayoutId id="2157483785" r:id="rId8"/>
    <p:sldLayoutId id="2157483786" r:id="rId9"/>
    <p:sldLayoutId id="2157483787" r:id="rId10"/>
    <p:sldLayoutId id="215748378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82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https%3A%2F%2Ftaosdata.feishu.cn%2Fwiki%2FZIPQwUtvxixvYSkZMwLceQPdnJd" TargetMode="External" Type="http://schemas.openxmlformats.org/officeDocument/2006/relationships/hyperlink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media/image7.png" Type="http://schemas.openxmlformats.org/officeDocument/2006/relationships/image"/><Relationship Id="rId3" Target="https://docs.taosdata.com/reference/components/taosadapter/#%E8%AE%B0%E5%BD%95-sql-%E5%88%B0-csv-%E6%96%87%E4%BB%B6" TargetMode="External" Type="http://schemas.openxmlformats.org/officeDocument/2006/relationships/hyperlink"/><Relationship Id="rId4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32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543933" y="6627707"/>
            <a:ext cx="9753600" cy="23029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0" y="0"/>
            <a:ext cx="12192000" cy="337185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0" y="2419057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 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.0</a:t>
            </a: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新特性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274398"/>
            <a:ext cx="121920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关胜亮、霍琳贺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2025-09-30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58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-1797186" y="2523063"/>
            <a:ext cx="5207000" cy="28194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21636" y="5553709"/>
            <a:ext cx="1905000" cy="400348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4519278" y="773782"/>
            <a:ext cx="5689600" cy="5486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Rollup SMA
Timewise SMA</a:t>
            </a:r>
            <a:endParaRPr lang="en-US" sz="1100"/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MySQL 的聚合、条件函数</a:t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TLS 证书加密传输</a:t>
            </a:r>
          </a:p>
          <a:p>
            <a:pPr algn="l" indent="0">
              <a:lnSpc>
                <a:spcPct val="150000"/>
              </a:lnSpc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TDgpt 数据补全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taosX支持逻辑备份和恢复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taosX 支持 ORC 数据源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JDBC WebSocket 支持负载均衡和 failover</a:t>
            </a: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 WebSocket STMT2 自动重连和性能优化</a:t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ODBC 连接器支持 ADO</a:t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taosgen 新增特性和性能改进</a:t>
            </a:r>
          </a:p>
          <a:p>
            <a:pPr algn="l" indent="-254000" marL="254000">
              <a:lnSpc>
                <a:spcPct val="150000"/>
              </a:lnSpc>
              <a:buClr>
                <a:srgbClr val="FFFFFF"/>
              </a:buClr>
              <a:buFont typeface="+mj-lt"/>
              <a:buAutoNum type="arabicPeriod" startAt="1"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taosAdapter 记录 SQL 到 CSV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953911" y="3391093"/>
            <a:ext cx="21269" cy="346690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338722"/>
            <a:ext cx="9684792" cy="133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SMA（预计算）机制是 TDengine 提升查询性能的核心技术，其核心思想是“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空间换时间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”。通过预先计算并存储聚合结果，在查询时直接使用这些结果，避免全量扫描原始数据，从而大幅降低 I/O 开销和计算延迟，尤其适用于海量时序数据的聚合分析场景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TDengine主要提供了三种 SMA 机制，适用于不同的场景需求：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1016000" y="500550"/>
            <a:ext cx="27051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Highlights：SMA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785928"/>
          <a:ext cx="17806812" cy="186724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96981"/>
                <a:gridCol w="3513853"/>
                <a:gridCol w="3273958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PingFang SC, -apple-system, BlinkMacSystemFont, Segoe UI, Roboto, Ubuntu, Helvetica Neue, Helvetica, Arial, Hiragino Sans GB, Microsoft YaHei UI, Microsoft YaHei, Source Han Sans CN, sans-serif"/>
                          <a:ea typeface="PingFang SC, -apple-system, BlinkMacSystemFont, Segoe UI, Roboto, Ubuntu, Helvetica Neue, Helvetica, Arial, Hiragino Sans GB, Microsoft YaHei UI, Microsoft YaHei, Source Han Sans CN, sans-serif"/>
                          <a:cs typeface="PingFang SC, -apple-system, BlinkMacSystemFont, Segoe UI, Roboto, Ubuntu, Helvetica Neue, Helvetica, Arial, Hiragino Sans GB, Microsoft YaHei UI, Microsoft YaHei, Source Han Sans CN, sans-serif"/>
                          <a:sym typeface="PingFang SC, -apple-system, BlinkMacSystemFont, Segoe UI, Roboto, Ubuntu, Helvetica Neue, Helvetica, Arial, Hiragino Sans GB, Microsoft YaHei UI, Microsoft YaHei, Source Han Sans CN, sans-serif"/>
                        </a:rPr>
                        <a:t>机制类型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ED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PingFang SC, -apple-system, BlinkMacSystemFont, Segoe UI, Roboto, Ubuntu, Helvetica Neue, Helvetica, Arial, Hiragino Sans GB, Microsoft YaHei UI, Microsoft YaHei, Source Han Sans CN, sans-serif"/>
                          <a:ea typeface="PingFang SC, -apple-system, BlinkMacSystemFont, Segoe UI, Roboto, Ubuntu, Helvetica Neue, Helvetica, Arial, Hiragino Sans GB, Microsoft YaHei UI, Microsoft YaHei, Source Han Sans CN, sans-serif"/>
                          <a:cs typeface="PingFang SC, -apple-system, BlinkMacSystemFont, Segoe UI, Roboto, Ubuntu, Helvetica Neue, Helvetica, Arial, Hiragino Sans GB, Microsoft YaHei UI, Microsoft YaHei, Source Han Sans CN, sans-serif"/>
                          <a:sym typeface="PingFang SC, -apple-system, BlinkMacSystemFont, Segoe UI, Roboto, Ubuntu, Helvetica Neue, Helvetica, Arial, Hiragino Sans GB, Microsoft YaHei UI, Microsoft YaHei, Source Han Sans CN, sans-serif"/>
                        </a:rPr>
                        <a:t>核心特点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ED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highlight>
                            <a:srgbClr val="FFFFFF">
                              <a:alpha val="0"/>
                            </a:srgbClr>
                          </a:highlight>
                          <a:latin typeface="PingFang SC, -apple-system, BlinkMacSystemFont, Segoe UI, Roboto, Ubuntu, Helvetica Neue, Helvetica, Arial, Hiragino Sans GB, Microsoft YaHei UI, Microsoft YaHei, Source Han Sans CN, sans-serif"/>
                          <a:ea typeface="PingFang SC, -apple-system, BlinkMacSystemFont, Segoe UI, Roboto, Ubuntu, Helvetica Neue, Helvetica, Arial, Hiragino Sans GB, Microsoft YaHei UI, Microsoft YaHei, Source Han Sans CN, sans-serif"/>
                          <a:cs typeface="PingFang SC, -apple-system, BlinkMacSystemFont, Segoe UI, Roboto, Ubuntu, Helvetica Neue, Helvetica, Arial, Hiragino Sans GB, Microsoft YaHei UI, Microsoft YaHei, Source Han Sans CN, sans-serif"/>
                          <a:sym typeface="PingFang SC, -apple-system, BlinkMacSystemFont, Segoe UI, Roboto, Ubuntu, Helvetica Neue, Helvetica, Arial, Hiragino Sans GB, Microsoft YaHei UI, Microsoft YaHei, Source Han Sans CN, sans-serif"/>
                        </a:rPr>
                        <a:t>适用场景</a:t>
                      </a:r>
                      <a:endParaRPr lang="en-US" sz="1100"/>
                    </a:p>
                  </a:txBody>
                  <a:tcPr anchor="ctr" marL="101600" marR="508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EDF">
                        <a:alpha val="10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Block-Wise SMA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数据块级别的预计算，与数据写入紧密耦合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通用聚合查询加速</a:t>
                      </a:r>
                      <a:endParaRPr lang="en-US" sz="1100"/>
                    </a:p>
                  </a:txBody>
                  <a:tcPr anchor="ctr" marL="101600" marR="508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Rollup SMA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多层级</a:t>
                      </a: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自动降采样，保留聚合趋势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历史趋势分析</a:t>
                      </a:r>
                      <a:endParaRPr lang="en-US" sz="1100"/>
                    </a:p>
                  </a:txBody>
                  <a:tcPr anchor="ctr" marL="101600" marR="508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TimeRange-Wise SMA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时间范围</a:t>
                      </a: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导向的流式降采样</a:t>
                      </a:r>
                      <a:endParaRPr lang="en-US" sz="1100"/>
                    </a:p>
                  </a:txBody>
                  <a:tcPr anchor="ctr" marL="101600" marR="508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000000"/>
                          </a:solidFill>
                          <a:latin typeface="inherit"/>
                          <a:ea typeface="inherit"/>
                          <a:cs typeface="inherit"/>
                          <a:sym typeface="inherit"/>
                        </a:rPr>
                        <a:t>高频 Interval 查询</a:t>
                      </a:r>
                      <a:endParaRPr lang="en-US" sz="1100"/>
                    </a:p>
                  </a:txBody>
                  <a:tcPr anchor="ctr" marL="101600" marR="50800" marT="101600" marB="101600">
                    <a:lnL>
                      <a:noFill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8387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Block-Wise SMA (数据块预计算)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200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：在数据落盘时即完成聚合计算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触发时机与存储转换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：当内存中的时序数据积累到一定大小时，会触发写磁盘操作。数据在磁盘中由行存储转化为列存储，并组织成固定的数据块（Block）。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计算与存储内容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：系统会计算每个数据块（Block）内各列数据的聚合结果（如 MAX, MIN, SUM, COUNT 等），并将这些结果存储到专门的 .sma 文件中。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查询优化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：执行查询时，优化器会根据查询计划智能地选择是读取原始数据块还是直接使用 .sma 文件中已预计算好的聚合结果。这可以极大减少查询过程中需要读取的数据量，从而显著提升I/O效率。
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→ 优势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：对用户透明，无需额外操作，即可加速大部分通用聚合查询。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8006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Rollup SMA (多层级滚动预计算)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3733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：自动化管理多粒度历史数据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多层级数据管理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：支持配置三个不同的数据保存层级（Level 1, Level 2, Level 3），并为每层指定聚合周期和保存时长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数据存储策略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Level 1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存储原始数据。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Level 2 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和 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Level 3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存储按指定周期聚合后的数据（例如，将 1 秒精度的数据聚合成 1 分钟和 1 小时精度）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支持的聚合函数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：目前支持 AVG, SUM, MIN, MAX, LAST, FIRST 等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：非常适用于 DevOps、监控看板等关注长期数据趋势而非单一精确点的场景。其本质是通过抛弃原始数据，只保留聚合后的粗粒度数据，来大幅降低存储开销，并加速对历史时间范围的趋势查询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→ 优势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：实现了数据的自动降采样和生命周期管理，平衡了查询性能与存储成本。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26543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RSMA 的主要逻辑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018756"/>
            <a:ext cx="10091353" cy="32357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RSMA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[IF NOT EXISTS]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rsma_name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/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[dbname.]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table_name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([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func_name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col_name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)[,...]])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interval1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[,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interval2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]; 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--手动重算 RSMA 超级表/子表在某一时间范围的数据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ROLLUP DATABASE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db_name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[start_opt end_opt]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ROLLUP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[db_name]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VGROUPS IN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vgroup_ids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 [start_opt end_opt]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9B9EA2"/>
                </a:solidFill>
                <a:latin typeface="Noto Sans SC"/>
                <a:ea typeface="Noto Sans SC"/>
                <a:cs typeface="Noto Sans SC"/>
                <a:sym typeface="Noto Sans SC"/>
              </a:rPr>
              <a:t>--显示所有的 retention 任务。RSMA 计算任务，均通过 retention 线程完成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SHOW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db_name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.]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RETENTIONS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 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information_schema.ins_retentions;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SHOW RETENTION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retention_task_id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 -- 显示详细信息，包含进度。</a:t>
            </a:r>
            <a:b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KILL RETENTION </a:t>
            </a:r>
            <a:r>
              <a:rPr lang="en-US" b="false" i="false" strike="noStrike" u="none" sz="12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retention_task_id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; -- 终止指定 id 的 RSMA 计算任务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333500"/>
            <a:ext cx="100965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RSMA 最多支持 3 个存储层级（storage level），level 1 存储原始数据，level 2/3 存储降采样数据，存储时长通过数据库的 keep 参数设置，分别为 keep 0, keep 1, keep 2。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RSMA 以子表为单位生成和保存 SMA，结果存储在与原始数据表相同 vnode 中，并共用原始数据表的 schema。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RSMA 降采样计算支持手动触发和低层级存储向高层级迁移时自动触发，计算完成后删除原有数据文件。降采样数据与原始数据时间范围不存在重叠。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RSMA 不影响任何查询行为。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61214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TimeRange-Wise SMA (时间范围预计算)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274300" cy="2400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：为高频区间查询优化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针对性优化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：专为高频使用 INTERVAL 的查询场景设计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流式计算逻辑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：其实现采用与普通流计算相同的逻辑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工作方式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：可以理解为一种按时间范围进行降采样存储的预计算方式，旨在高效服务特定的时间窗口聚合查询。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→ 优势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：为特定的高频查询模式提供了极致的性能优化。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2628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TSMA 的主要逻辑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3500"/>
            <a:ext cx="10096500" cy="2400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能够加速的场景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某张表的某些列经常性的做聚合操作，包括 [partition / group] by [tbname / tag]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或者还希望对 ts 主键列进行时间戳的简单过滤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或者还有时间窗口查询的需求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明显不能加速的场景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业务 sql 中需要对某些普通非主键 ts 列做过滤， 不应该对该场景创建 TSMA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若聚合操作中需要先对列进行计算，则无法通过 TSMA 来提高查询性能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若只是简单查询 last， 并且可以使用 Last 缓存的情况下，不建议创建 TSMA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3335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21920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语法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11581"/>
            <a:ext cx="10666910" cy="1428634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 创建基于超级表或普通表的tsma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TSMA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tsma_name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[dbname].table_name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(func_name(func_param) [, ...] )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(time_duration);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-- 创建基于小窗口tsma的大窗口tsma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RECURSIVE TSMA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tsma_name2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[db_name.]tsma_name1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(time_duration);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717785"/>
            <a:ext cx="10666910" cy="1956588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CREATE TSMA 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tsma1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test.meters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(avg(c1), avg(c2), max(c1), max(c2), min(c1), min(c2), count(ts))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(5m);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--创建成功之后， 对原始表的正常查询即可使用 TSMA 预计算的结果。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avg(c1), avg(c2), min(c1), count(*)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meters ;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avg(c1), avg(c2), min(c1)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meters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(10m);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avg(c2), avg(c2), min(c1)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meters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PARTITION BY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tbname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(10m);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avg(c4), max(c3), min(c1)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meters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WHERE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ts &gt;= 'xx' and ts &lt; 'xx'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PARTITION BY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tbname </a:t>
            </a:r>
            <a:r>
              <a:rPr lang="en-US" b="false" i="false" strike="noStrike" u="none" sz="12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INTERVAL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(1h);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270250"/>
            <a:ext cx="105029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2545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MySQL 聚合和条件函数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9842500" cy="2933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按照 2025 年的 Roadmap，原计划在该年度完成对 MySQL 全部函数的支持。但由于中途插入了流计算引擎的重构工作，该目标的推进进度有所放缓。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我们把 MySQL 的函数和运算符分为：数学函数、字符串函数、位运算函数、时间日期函数、聚合函数、条件函数、窗口函数、运算符，并列入 2026 年的 Roadmap。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本期实现了 MySQL 中 TDengine 不支持的聚合、条件函数（运算符），包括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聚合函数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 std、variance、sttdev_samp、var_samp、group_concat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条件函数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：if、ifnull、nvl、nullif、nv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比较运算符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：isnull、isnotnull、coalesce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19939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TLS 认证传输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9842500" cy="1866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TLS是一种用于保障网络通信安全及数据完整性的加密协议，通过在传输层对网络连接进行加密，为通信应用程序之间提供保密性和数据完整性。核心作用是：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数据加密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：防止数据传输过程中被窃听或截取，确保机密性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身份认证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：验证通信双方（客户端与服务器）的身份，确保数据发送到正确的对象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完整性校验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：确保数据在传输过程中不被篡改
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 Websocket 接口，之前版本已经支持 SSL 加密连接，本次开发在原生接口层面支持 SSL 加密链接。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1016000" y="3205622"/>
            <a:ext cx="6790712" cy="2929707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7084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TDgpt 支持缺失数据补值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97000"/>
            <a:ext cx="9588500" cy="133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缺失数据补值功能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基于时序基础模型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开发，根据时间戳自动检测缺失的时序数据点位。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要求作为输入的时序数据时间戳必须严格等间隔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。由于生产环境中的时序数据，通常不能确保时间间隔严格相等，针对时间戳差异较大的时序数据，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建议首先进行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窗口聚合，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然后再进行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缺失聚合窗口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的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数据补值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当前只支持使用 `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moment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` 时序模型提供自动补齐服务。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795515"/>
            <a:ext cx="6731000" cy="749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IMPUTATION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3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column_name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false" i="false" strike="noStrike" u="none" sz="13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option_expr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)。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column_name：时序数据补齐的输入数据列，只支持单列，只能是数值类型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65100" marL="1651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options：字符串，输入异常检测算法及算法相关参数。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933265"/>
            <a:ext cx="91317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示例：使用 moment 时序模型提供自动补齐服务，针对 i32 列进行补齐操作，freq 参数为秒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289968"/>
            <a:ext cx="6247018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SELECT </a:t>
            </a:r>
            <a:r>
              <a:rPr lang="en-US" b="fals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imputation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b="false" i="false" strike="noStrike" u="none" sz="13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i32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'</a:t>
            </a:r>
            <a:r>
              <a:rPr lang="en-US" b="false" i="false" strike="noStrike" u="none" sz="1300">
                <a:solidFill>
                  <a:srgbClr val="2EA121"/>
                </a:solidFill>
                <a:latin typeface="Noto Sans SC"/>
                <a:ea typeface="Noto Sans SC"/>
                <a:cs typeface="Noto Sans SC"/>
                <a:sym typeface="Noto Sans SC"/>
              </a:rPr>
              <a:t>algo=moment, freq=s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')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425D0"/>
                </a:solidFill>
                <a:latin typeface="Noto Sans SC"/>
                <a:ea typeface="Noto Sans SC"/>
                <a:cs typeface="Noto Sans SC"/>
                <a:sym typeface="Noto Sans SC"/>
              </a:rPr>
              <a:t>FROM 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foo;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2324100" cy="5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引擎的其他优化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38722"/>
            <a:ext cx="10617200" cy="4533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 &amp; 运维</a:t>
            </a:r>
            <a:endParaRPr lang="en-US" sz="1100"/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流计算性能提升，可满足 Nevados 场景的性能要求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 Last 查询的 QPS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分离数据查询和元数据查询处理线程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 scan 命令扫描时序数据文件的完整性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调整 Balance Vgroup Leader 命令的执行逻辑，使 VGroup 的 Leader 分布更加均匀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支持对双副本数据库使用 REDISTRIBUTE命令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改造 S3 数据迁移的状态控制机制，提升精确性与效率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增加 show ssmigrate 命令用于查看共享存储迁移进度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STMT2 支持 Blob 和 Decimal
功能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支持通过函数 find_in_set、like_in_set、regexp_in_set 实现多值标签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date 函数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partition by tag 支持字符串运算</a:t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TDgpt 支持 PROPHET 算法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支持状态窗口起止点配置</a:t>
            </a:r>
          </a:p>
          <a:p>
            <a:pPr algn="l" indent="-177800" lvl="1" marL="6350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浮点数支持 BSS（Byte-Stream-Split）字节流分割编码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9497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支持逻辑备份和恢复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97000"/>
            <a:ext cx="9588500" cy="506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TDengine 数据查询的 taosX 数据备份和恢复，主要用于数据迁移、数据审计、数据分享、细粒度的数据修复等使用场景。逻辑备份通常是一次性执行，形成一个全量备份。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约束和限制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在业务低峰时进行备份。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目前仅支持命令行。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使用场景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备份数据库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备份超级表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备份查询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备份元数据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用户手册：</a:t>
            </a:r>
            <a:r>
              <a:rPr lang="en-US" b="false" i="false" strike="noStrike" u="none" sz="1400">
                <a:solidFill>
                  <a:srgbClr val="366AF2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%3A%2F%2Ftaosdata.feishu.cn%2Fwiki%2FZIPQwUtvxixvYSkZMwLceQPdnJ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taosX Logical Backup User Manual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269447"/>
            <a:ext cx="9588500" cy="4953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run --from "taos://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127.0.0.1:6030/db_name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" --to "local:/path/to/backup"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075801"/>
            <a:ext cx="9588500" cy="4953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run --from "taos://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127.0.0.1:6030/db_name?stables=stb1,stb2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" --to "local:/path/to/backup"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882155"/>
            <a:ext cx="9588500" cy="4953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run --from "taos://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127.0.0.1:6030/db_name?sql=SELECT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* FROM stb" --to "local:/path/to/backup"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688509"/>
            <a:ext cx="9588500" cy="4953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run --from "taos://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127.0.0.1:6030/db_name?schema_only=true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" --to "local:/path/to/backup"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7176" y="508545"/>
            <a:ext cx="34798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支持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ORC 数据源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97176" y="1439897"/>
            <a:ext cx="9474200" cy="400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ORC 文件（Optimized Row Columnar）专为 Hadoop 和 Hive 设计，支持高压缩率和快速查询，适合存储大量结构化数据。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支持读取 ORC 文件数据并导入 TDengine，用法如下：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
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相关参数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--from/-f 参数指定读取的 ORC 文件地址。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batch_size 表示一次读取的数据量，默认 1000 条。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projection 指定要读取的列，本例中表示读取 col1, col3, col4 这三列，也可以按照索引指定读取的列，如 projection=1,3,4 表示读取第 1，3，4 列，不指定此参数默认读取所有列。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--parser 用于设置数据处理配置和入库参数映射配置。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--to/-t 参数指定写入的目标数据库，本例中表示写入本地的 test 数据库。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97176" y="2610724"/>
            <a:ext cx="9588500" cy="736653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taosx --from 'orc:/root/test.orc?batch_size=1000&amp;projection=col1,col3,col4' \
    --parser '@parser.json' \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--to 'taos+http://localhost:6041/test'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64516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JDBC WebSocket 支持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负载均衡</a:t>
            </a: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和 failover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97000"/>
            <a:ext cx="9588500" cy="133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JDBC WebSocket 连接方式支持多个端点地址，使用时用英文逗号隔开。多个端点地址在连接时会随机使用，以实现负载均衡，连接异常断开会自动切换到其他节点来实现 failover。本特性有如下优点：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实现大多数场景故障转移，应用无感知，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降低应用异常处理难度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可以减少 Nginx 部署，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节省交付同学运维的工作量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缩短整个系统调用链条，降低延迟。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063828"/>
            <a:ext cx="9588500" cy="279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配置示例：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037077"/>
            <a:ext cx="9588500" cy="1892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能实现 failover 的场景：</a:t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所有写入场景： sql写入、stmt 写入和无模式写入。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 查询执行查询和获取结果集步骤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数据订阅 poll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无法实现 failover 的场景：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sql 查询获取结果数据步骤 （连接断开后结果集会被引擎释放，无法实现 failover）</a:t>
            </a:r>
          </a:p>
          <a:p>
            <a:pPr algn="l" indent="-177800" marL="1778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数据订阅除 poll 外其他接口（待实现）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330528"/>
            <a:ext cx="7590885" cy="495300"/>
          </a:xfrm>
          <a:prstGeom prst="rect">
            <a:avLst/>
          </a:prstGeom>
          <a:solidFill>
            <a:srgbClr val="DEE0E3">
              <a:alpha val="100000"/>
            </a:srgbClr>
          </a:solidFill>
          <a:ln w="25400">
            <a:noFill/>
            <a:prstDash val="solid"/>
          </a:ln>
        </p:spPr>
        <p:txBody>
          <a:bodyPr anchor="ctr" rtlCol="false" lIns="63500" rIns="63500" tIns="63500" bIns="6350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jdbc:TAOS-WS://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192.168.1.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:6041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192.168.1.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101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:6041/test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?enableAutoReconnect=true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80391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 WebSocket 连接器支持 STMT2 自动重连和性能优化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343787"/>
            <a:ext cx="10502900" cy="3378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自动重连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当网络异常中断时，连接器会自动尝试重建连接。连接成功恢复后，将自动执行状态同步与任务续传，从而有效保障业务的连续性。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taos.cfg 配置示例：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adapterList                    dev1:6041,dev2:6041,dev3:6041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connRetries                   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retryBackoffMs            200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retryBackoffMaxMs    2000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配置参数官网链接：https://docs.taosdata.com/reference/components/taosc/#adapterlist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044525"/>
            <a:ext cx="10401300" cy="939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STMT2 bind 二进制序列化不经过 Rust 结构转换，采用 C 数据直接发送方式，interlace=1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性能提升 15% 左右。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34417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ODBC 连接器支持 ADO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37096" y="1295400"/>
            <a:ext cx="9880600" cy="4914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ADO（ActiveX Data Objects）是微软推出的一套成熟、高效的数据访问组件对象模型，在工业领域具有广泛的应用。开发者可通过 ADO 接口，使用 VB、C#、Python 等语言编写应用程序，并基于 ODBC 连接器便捷地连接与操作 TDengine 数据库。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支持调用 ADO 的 AddNew 方法进行数据写入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支持调用 ADO的 Update 方法进行数据更新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支持用自定义游标的方式调用 ADO的 Filter 和 Sort 进行数据筛选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 ADO 的多种数据类型的灵活写入，比如 时间字段传入可以是字符串也可以是数字等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配置方式：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在配置 ODBC 数据源窗口中的兼容软件中选择 ADO 选项即可。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使用样例：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https://github.com/taosdata/taos-connector-odbc/blob/main/tests/python/ado_insert.py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4069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taosgen 新增特性 &amp; 性能改进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37096" y="1295400"/>
            <a:ext cx="9880600" cy="2197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1、新增特性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支持通过函数表达式生成数据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支持将数据输出至 MQTT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支持数据缓存生成，并默认启用该功能，相比即使生成数据可提升写入性能 10% 左右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2、性能改进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提升 taosgen 写入性能，写入 TDengine 速度已超过 taosBenchmark 10%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37096" y="3517900"/>
            <a:ext cx="6731000" cy="2590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函数表达式生成数据——使用示例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phase 列使用函数表达式方式生成周期性的相位值，_i 表示生成数据的调用索引，从 0 开始</a:t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schema: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columns: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......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- name: phase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type: float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  </a:t>
            </a: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expr: _i * math.pi % 180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4069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taosgen 新增特性 &amp; 性能改进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95757" y="1146322"/>
            <a:ext cx="6731000" cy="284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数据输出至MQTT——使用示例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输出数据到 uri 指定的 MQTT Broker，topic 支持使用 table 占位符指定动态主题</a:t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mqtt: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uri: tcp://localhost:1883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user: root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password: taosdata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topic: tsbench/{table}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  qos: 0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schema:</a:t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......</a:t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757" y="4013200"/>
            <a:ext cx="6731000" cy="284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数据缓存生成——使用示例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指定提前生成 num_cached_batches 个批次的缓存数据，对于 interlace 1 也就是每张表提前生成 1000条数据</a:t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schema: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......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generation: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interlace: 1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rows_per_table: 10000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rows_per_batch: 10000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b="true" i="false" strike="noStrike" u="none" sz="1300">
                <a:solidFill>
                  <a:srgbClr val="D83931"/>
                </a:solidFill>
                <a:latin typeface="Noto Sans SC"/>
                <a:ea typeface="Noto Sans SC"/>
                <a:cs typeface="Noto Sans SC"/>
                <a:sym typeface="Noto Sans SC"/>
              </a:rPr>
              <a:t>num_cached_batches: 1000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0" y="722800"/>
            <a:ext cx="736600" cy="508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500550"/>
            <a:ext cx="45466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taosAdapter 记录 SQL 到 CSV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95757" y="995850"/>
            <a:ext cx="7797525" cy="1244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  <a:defRPr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taosAdapter 支持自动启停及定时抓取指定时间段的 SQL 请求，并将结果保存至 CSV 文件。</a:t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抓取的 SQL 信息将进行结构化存储，包含时间、QID、用户、IP、接收时间、返回时间、执行时长及 SQL 语句等字段。</a:t>
            </a:r>
          </a:p>
          <a:p>
            <a:pPr algn="l" indent="-165100" marL="1651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文件存储支持按大小和时间切割、保留数量限制、压缩存储及磁盘空间保留策略。</a:t>
            </a:r>
          </a:p>
          <a:p>
            <a:pPr algn="l" indent="-165100" marL="1651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提供 HTTP 接口，支持动态开启、关闭抓取功能及查询运行状态。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757" y="2479822"/>
            <a:ext cx="7797800" cy="901700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lgDash"/>
          </a:ln>
        </p:spPr>
        <p:txBody>
          <a:bodyPr anchor="t" rtlCol="false" wrap="square" lIns="127000" rIns="0" tIns="0" bIns="2540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动态开启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curl --location --request POST 'http://127.0.0.1:6041/record_sql' -u root:taosdata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成功响应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{"code":0,"desc":""}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95757" y="3620894"/>
            <a:ext cx="7797800" cy="901700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lgDash"/>
          </a:ln>
        </p:spPr>
        <p:txBody>
          <a:bodyPr anchor="t" rtlCol="false" wrap="square" lIns="127000" rIns="0" tIns="0" bIns="2540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动态关闭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curl --location --request DELETE 'http://127.0.0.1:6041/record_sql' -u root:taosdata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成功响应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{"code":0,"message":"","start_time":"2025-07-23 17:00:00","end_time":"2025-07-23 18:00:00"}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95757" y="4761966"/>
            <a:ext cx="7797800" cy="1092200"/>
          </a:xfrm>
          <a:prstGeom prst="rect">
            <a:avLst/>
          </a:prstGeom>
          <a:noFill/>
          <a:ln w="12700">
            <a:solidFill>
              <a:srgbClr val="2B2F36">
                <a:alpha val="100000"/>
              </a:srgbClr>
            </a:solidFill>
            <a:prstDash val="lgDash"/>
          </a:ln>
        </p:spPr>
        <p:txBody>
          <a:bodyPr anchor="t" rtlCol="false" wrap="square" lIns="127000" rIns="0" tIns="0" bIns="2540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查询状态——使用示例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curl --location 'http://127.0.0.1:6041/record_sql' -u root:taosdata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成功响应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{"code":0,"desc":"","exists":true,"running":true,"start_time":"2025-07-16 17:00:00","end_time":"2025-07-16 18:00:00","current_concurrent":100}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95757" y="6093538"/>
            <a:ext cx="77978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文档链接：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docs.taosdata.com/reference/components/taosadapter/#%E8%AE%B0%E5%BD%95-sql-%E5%88%B0-csv-%E6%96%87%E4%BB%B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记录 SQL 到 CSV 文件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389120" y="2188410"/>
            <a:ext cx="3048000" cy="190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0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