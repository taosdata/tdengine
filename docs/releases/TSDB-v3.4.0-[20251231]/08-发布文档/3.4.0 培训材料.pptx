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01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theme+xml" PartName="/ppt/theme/theme10.xml"/>
  <Override ContentType="application/vnd.openxmlformats-officedocument.theme+xml" PartName="/ppt/theme/theme1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  <p:sldMasterId id="2147483663" r:id="rId11"/>
    <p:sldMasterId id="2147483664" r:id="rId12"/>
    <p:sldMasterId id="2147483665" r:id="rId13"/>
    <p:sldMasterId id="2147483666" r:id="rId14"/>
    <p:sldMasterId id="2147483667" r:id="rId15"/>
    <p:sldMasterId id="2147483668" r:id="rId16"/>
  </p:sldMasterIdLst>
  <p:notesMasterIdLst>
    <p:notesMasterId r:id="rId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Masters/slideMaster5.xml" Type="http://schemas.openxmlformats.org/officeDocument/2006/relationships/slideMaster"/><Relationship Id="rId12" Target="slideMasters/slideMaster6.xml" Type="http://schemas.openxmlformats.org/officeDocument/2006/relationships/slideMaster"/><Relationship Id="rId13" Target="slideMasters/slideMaster7.xml" Type="http://schemas.openxmlformats.org/officeDocument/2006/relationships/slideMaster"/><Relationship Id="rId14" Target="slideMasters/slideMaster8.xml" Type="http://schemas.openxmlformats.org/officeDocument/2006/relationships/slideMaster"/><Relationship Id="rId15" Target="slideMasters/slideMaster9.xml" Type="http://schemas.openxmlformats.org/officeDocument/2006/relationships/slideMaster"/><Relationship Id="rId16" Target="slideMasters/slideMaster10.xml" Type="http://schemas.openxmlformats.org/officeDocument/2006/relationships/slideMaster"/><Relationship Id="rId17" Target="slides/slide1.xml" Type="http://schemas.openxmlformats.org/officeDocument/2006/relationships/slide"/><Relationship Id="rId18" Target="slides/slide2.xml" Type="http://schemas.openxmlformats.org/officeDocument/2006/relationships/slide"/><Relationship Id="rId19" Target="slides/slide3.xml" Type="http://schemas.openxmlformats.org/officeDocument/2006/relationships/slide"/><Relationship Id="rId2" Target="viewProps.xml" Type="http://schemas.openxmlformats.org/officeDocument/2006/relationships/viewProps"/><Relationship Id="rId20" Target="slides/slide4.xml" Type="http://schemas.openxmlformats.org/officeDocument/2006/relationships/slide"/><Relationship Id="rId21" Target="slides/slide5.xml" Type="http://schemas.openxmlformats.org/officeDocument/2006/relationships/slide"/><Relationship Id="rId22" Target="slides/slide6.xml" Type="http://schemas.openxmlformats.org/officeDocument/2006/relationships/slide"/><Relationship Id="rId23" Target="slides/slide7.xml" Type="http://schemas.openxmlformats.org/officeDocument/2006/relationships/slide"/><Relationship Id="rId24" Target="slides/slide8.xml" Type="http://schemas.openxmlformats.org/officeDocument/2006/relationships/slide"/><Relationship Id="rId25" Target="slides/slide9.xml" Type="http://schemas.openxmlformats.org/officeDocument/2006/relationships/slide"/><Relationship Id="rId26" Target="slides/slide10.xml" Type="http://schemas.openxmlformats.org/officeDocument/2006/relationships/slide"/><Relationship Id="rId27" Target="slides/slide11.xml" Type="http://schemas.openxmlformats.org/officeDocument/2006/relationships/slide"/><Relationship Id="rId28" Target="slides/slide12.xml" Type="http://schemas.openxmlformats.org/officeDocument/2006/relationships/slide"/><Relationship Id="rId29" Target="slides/slide13.xml" Type="http://schemas.openxmlformats.org/officeDocument/2006/relationships/slide"/><Relationship Id="rId3" Target="presProps.xml" Type="http://schemas.openxmlformats.org/officeDocument/2006/relationships/presProps"/><Relationship Id="rId30" Target="slides/slide14.xml" Type="http://schemas.openxmlformats.org/officeDocument/2006/relationships/slide"/><Relationship Id="rId31" Target="slides/slide15.xml" Type="http://schemas.openxmlformats.org/officeDocument/2006/relationships/slide"/><Relationship Id="rId32" Target="slides/slide16.xml" Type="http://schemas.openxmlformats.org/officeDocument/2006/relationships/slide"/><Relationship Id="rId33" Target="slides/slide17.xml" Type="http://schemas.openxmlformats.org/officeDocument/2006/relationships/slide"/><Relationship Id="rId34" Target="slides/slide18.xml" Type="http://schemas.openxmlformats.org/officeDocument/2006/relationships/slide"/><Relationship Id="rId35" Target="slides/slide19.xml" Type="http://schemas.openxmlformats.org/officeDocument/2006/relationships/slide"/><Relationship Id="rId36" Target="slides/slide20.xml" Type="http://schemas.openxmlformats.org/officeDocument/2006/relationships/slide"/><Relationship Id="rId37" Target="slides/slide21.xml" Type="http://schemas.openxmlformats.org/officeDocument/2006/relationships/slide"/><Relationship Id="rId38" Target="slides/slide22.xml" Type="http://schemas.openxmlformats.org/officeDocument/2006/relationships/slide"/><Relationship Id="rId39" Target="slides/slide23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24.xml" Type="http://schemas.openxmlformats.org/officeDocument/2006/relationships/slide"/><Relationship Id="rId41" Target="slides/slide25.xml" Type="http://schemas.openxmlformats.org/officeDocument/2006/relationships/slide"/><Relationship Id="rId42" Target="slides/slide26.xml" Type="http://schemas.openxmlformats.org/officeDocument/2006/relationships/slide"/><Relationship Id="rId43" Target="slides/slide27.xml" Type="http://schemas.openxmlformats.org/officeDocument/2006/relationships/slide"/><Relationship Id="rId44" Target="slides/slide28.xml" Type="http://schemas.openxmlformats.org/officeDocument/2006/relationships/slide"/><Relationship Id="rId45" Target="slides/slide29.xml" Type="http://schemas.openxmlformats.org/officeDocument/2006/relationships/slide"/><Relationship Id="rId46" Target="slides/slide30.xml" Type="http://schemas.openxmlformats.org/officeDocument/2006/relationships/slide"/><Relationship Id="rId47" Target="slides/slide31.xml" Type="http://schemas.openxmlformats.org/officeDocument/2006/relationships/slide"/><Relationship Id="rId48" Target="slides/slide32.xml" Type="http://schemas.openxmlformats.org/officeDocument/2006/relationships/slide"/><Relationship Id="rId49" Target="slides/slide33.xml" Type="http://schemas.openxmlformats.org/officeDocument/2006/relationships/slide"/><Relationship Id="rId50" Target="slides/slide34.xml" Type="http://schemas.openxmlformats.org/officeDocument/2006/relationships/slide"/><Relationship Id="rId51" Target="notesSlides/notesSlide1.xml" Type="http://schemas.openxmlformats.org/officeDocument/2006/relationships/notesSlide"/><Relationship Id="rId52" Target="notesSlides/notesSlide2.xml" Type="http://schemas.openxmlformats.org/officeDocument/2006/relationships/notesSlide"/><Relationship Id="rId53" Target="notesSlides/notesSlide3.xml" Type="http://schemas.openxmlformats.org/officeDocument/2006/relationships/notesSlide"/><Relationship Id="rId54" Target="notesSlides/notesSlide4.xml" Type="http://schemas.openxmlformats.org/officeDocument/2006/relationships/notesSlide"/><Relationship Id="rId55" Target="notesSlides/notesSlide5.xml" Type="http://schemas.openxmlformats.org/officeDocument/2006/relationships/notesSlide"/><Relationship Id="rId56" Target="notesSlides/notesSlide6.xml" Type="http://schemas.openxmlformats.org/officeDocument/2006/relationships/notesSlide"/><Relationship Id="rId57" Target="notesSlides/notesSlide7.xml" Type="http://schemas.openxmlformats.org/officeDocument/2006/relationships/notesSlide"/><Relationship Id="rId58" Target="notesSlides/notesSlide8.xml" Type="http://schemas.openxmlformats.org/officeDocument/2006/relationships/notesSlide"/><Relationship Id="rId59" Target="notesSlides/notesSlide9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0.xml" Type="http://schemas.openxmlformats.org/officeDocument/2006/relationships/notesSlide"/><Relationship Id="rId61" Target="notesSlides/notesSlide11.xml" Type="http://schemas.openxmlformats.org/officeDocument/2006/relationships/notesSlide"/><Relationship Id="rId62" Target="notesSlides/notesSlide12.xml" Type="http://schemas.openxmlformats.org/officeDocument/2006/relationships/notesSlide"/><Relationship Id="rId63" Target="notesSlides/notesSlide13.xml" Type="http://schemas.openxmlformats.org/officeDocument/2006/relationships/notesSlide"/><Relationship Id="rId64" Target="notesSlides/notesSlide14.xml" Type="http://schemas.openxmlformats.org/officeDocument/2006/relationships/notesSlide"/><Relationship Id="rId65" Target="notesSlides/notesSlide15.xml" Type="http://schemas.openxmlformats.org/officeDocument/2006/relationships/notesSlide"/><Relationship Id="rId66" Target="notesSlides/notesSlide16.xml" Type="http://schemas.openxmlformats.org/officeDocument/2006/relationships/notesSlide"/><Relationship Id="rId67" Target="notesSlides/notesSlide17.xml" Type="http://schemas.openxmlformats.org/officeDocument/2006/relationships/notesSlide"/><Relationship Id="rId68" Target="notesSlides/notesSlide18.xml" Type="http://schemas.openxmlformats.org/officeDocument/2006/relationships/notesSlide"/><Relationship Id="rId69" Target="notesSlides/notesSlide19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0.xml" Type="http://schemas.openxmlformats.org/officeDocument/2006/relationships/notesSlide"/><Relationship Id="rId71" Target="notesSlides/notesSlide21.xml" Type="http://schemas.openxmlformats.org/officeDocument/2006/relationships/notesSlide"/><Relationship Id="rId72" Target="notesSlides/notesSlide22.xml" Type="http://schemas.openxmlformats.org/officeDocument/2006/relationships/notesSlide"/><Relationship Id="rId73" Target="notesSlides/notesSlide23.xml" Type="http://schemas.openxmlformats.org/officeDocument/2006/relationships/notesSlide"/><Relationship Id="rId74" Target="notesSlides/notesSlide24.xml" Type="http://schemas.openxmlformats.org/officeDocument/2006/relationships/notesSlide"/><Relationship Id="rId75" Target="notesSlides/notesSlide25.xml" Type="http://schemas.openxmlformats.org/officeDocument/2006/relationships/notesSlide"/><Relationship Id="rId76" Target="notesSlides/notesSlide26.xml" Type="http://schemas.openxmlformats.org/officeDocument/2006/relationships/notesSlide"/><Relationship Id="rId77" Target="notesSlides/notesSlide27.xml" Type="http://schemas.openxmlformats.org/officeDocument/2006/relationships/notesSlide"/><Relationship Id="rId78" Target="notesSlides/notesSlide28.xml" Type="http://schemas.openxmlformats.org/officeDocument/2006/relationships/notesSlide"/><Relationship Id="rId79" Target="notesSlides/notesSlide29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30.xml" Type="http://schemas.openxmlformats.org/officeDocument/2006/relationships/notesSlide"/><Relationship Id="rId81" Target="notesSlides/notesSlide31.xml" Type="http://schemas.openxmlformats.org/officeDocument/2006/relationships/notesSlide"/><Relationship Id="rId82" Target="notesSlides/notesSlide32.xml" Type="http://schemas.openxmlformats.org/officeDocument/2006/relationships/notesSlide"/><Relationship Id="rId83" Target="notesSlides/notesSlide33.xml" Type="http://schemas.openxmlformats.org/officeDocument/2006/relationships/notesSlide"/><Relationship Id="rId84" Target="notesSlides/notesSlide34.xml" Type="http://schemas.openxmlformats.org/officeDocument/2006/relationships/notesSlide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2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3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5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6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7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8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9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0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1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2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3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4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5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6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7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8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9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0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1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2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3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4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5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6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7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8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9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0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1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2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3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4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5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6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7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8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9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70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71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72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3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4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5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6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7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8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9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80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81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82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3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4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5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6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7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8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9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90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91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92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3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4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5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6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7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8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9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100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101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</a:p>
        </p:txBody>
      </p:sp>
      <p:sp>
        <p:nvSpPr>
          <p:cNvPr name="AutoShape 5" id="5"/>
          <p:cNvSpPr/>
          <p:nvPr>
            <p:ph idx="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</a:p>
        </p:txBody>
      </p:sp>
      <p:sp>
        <p:nvSpPr>
          <p:cNvPr name="AutoShape 6" id="6"/>
          <p:cNvSpPr/>
          <p:nvPr>
            <p:ph idx="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</a:p>
        </p:txBody>
      </p:sp>
      <p:sp>
        <p:nvSpPr>
          <p:cNvPr name="AutoShape 7" id="7"/>
          <p:cNvSpPr/>
          <p:nvPr>
            <p:ph idx="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6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6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6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6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6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6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6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7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7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7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7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7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7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7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7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7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8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9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9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9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9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9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9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9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9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9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0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0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0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0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0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0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0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0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1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1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1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11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1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11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1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11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11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2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2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12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12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12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12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2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2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3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3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3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3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3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3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3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3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4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5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5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5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5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5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5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5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5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5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6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6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6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6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6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6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6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6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6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7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7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7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17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7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17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7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17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17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8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8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18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18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18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18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8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8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9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9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9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9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9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9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9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9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0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0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0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1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1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1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1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1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1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1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1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1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2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2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2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2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2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2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2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2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2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3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3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3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23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23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23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3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23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23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4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4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24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24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24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24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4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4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5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5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5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5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5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25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5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5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5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6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6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6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7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7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7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7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7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7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7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7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8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8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8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8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8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8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8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8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9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9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9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29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29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29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9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29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29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0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0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30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30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30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30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0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30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3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3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3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3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3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3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3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3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3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3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3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3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3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3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3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3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3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3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6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36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36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36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36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6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36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37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37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37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37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37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37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7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7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7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7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8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8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8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8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8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8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8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8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8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8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9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9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9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9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9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9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9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9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0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0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0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0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0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0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0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0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0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41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41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41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41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41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41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41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41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41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1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1" type="body" sz="quarter"/>
          </p:nvPr>
        </p:nvSpPr>
        <p:spPr>
          <a:xfrm rot="0" flipH="false" flipV="false">
            <a:off x="1155700" y="2825750"/>
            <a:ext cx="9880600" cy="965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2" type="body" sz="quarter"/>
          </p:nvPr>
        </p:nvSpPr>
        <p:spPr>
          <a:xfrm rot="0" flipH="false" flipV="false">
            <a:off x="635000" y="787400"/>
            <a:ext cx="5256743" cy="1447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23" type="body" sz="quarter" hasCustomPrompt="true"/>
          </p:nvPr>
        </p:nvSpPr>
        <p:spPr>
          <a:xfrm rot="0" flipH="false" flipV="false">
            <a:off x="5891743" y="845441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24" type="body" sz="quarter" hasCustomPrompt="true"/>
          </p:nvPr>
        </p:nvSpPr>
        <p:spPr>
          <a:xfrm rot="0" flipH="false" flipV="false">
            <a:off x="5891743" y="2328926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425" type="body" sz="quarter" hasCustomPrompt="true"/>
          </p:nvPr>
        </p:nvSpPr>
        <p:spPr>
          <a:xfrm rot="0" flipH="false" flipV="false">
            <a:off x="5891743" y="3764257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426" type="body" sz="quarter" hasCustomPrompt="true"/>
          </p:nvPr>
        </p:nvSpPr>
        <p:spPr>
          <a:xfrm rot="0" flipH="false" flipV="false">
            <a:off x="5891743" y="5220906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427" type="body" sz="quarter"/>
          </p:nvPr>
        </p:nvSpPr>
        <p:spPr>
          <a:xfrm rot="0" flipH="false" flipV="false">
            <a:off x="6788086" y="1240031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428" type="body" sz="quarter"/>
          </p:nvPr>
        </p:nvSpPr>
        <p:spPr>
          <a:xfrm rot="0" flipH="false" flipV="false">
            <a:off x="6788086" y="2704466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29" type="body" sz="quarter"/>
          </p:nvPr>
        </p:nvSpPr>
        <p:spPr>
          <a:xfrm rot="0" flipH="false" flipV="false">
            <a:off x="6788086" y="4139797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30" type="body" sz="quarter"/>
          </p:nvPr>
        </p:nvSpPr>
        <p:spPr>
          <a:xfrm rot="0" flipH="false" flipV="false">
            <a:off x="6788086" y="5575129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31" type="body" sz="quarter"/>
          </p:nvPr>
        </p:nvSpPr>
        <p:spPr>
          <a:xfrm rot="0" flipH="false" flipV="false">
            <a:off x="6788086" y="5150165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2" type="body" sz="quarter"/>
          </p:nvPr>
        </p:nvSpPr>
        <p:spPr>
          <a:xfrm rot="0" flipH="false" flipV="false">
            <a:off x="6788086" y="796018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33" type="body" sz="quarter"/>
          </p:nvPr>
        </p:nvSpPr>
        <p:spPr>
          <a:xfrm rot="0" flipH="false" flipV="false">
            <a:off x="6788086" y="2279503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34" type="body" sz="quarter"/>
          </p:nvPr>
        </p:nvSpPr>
        <p:spPr>
          <a:xfrm rot="0" flipH="false" flipV="false">
            <a:off x="6788086" y="3714834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435" type="body" sz="quarter"/>
          </p:nvPr>
        </p:nvSpPr>
        <p:spPr>
          <a:xfrm rot="0" flipH="false" flipV="false">
            <a:off x="6316558" y="4904525"/>
            <a:ext cx="5125239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36" type="body" sz="quarter"/>
          </p:nvPr>
        </p:nvSpPr>
        <p:spPr>
          <a:xfrm rot="0" flipH="false" flipV="false">
            <a:off x="635000" y="4853725"/>
            <a:ext cx="52578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3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38" type="body" sz="quarter"/>
          </p:nvPr>
        </p:nvSpPr>
        <p:spPr>
          <a:xfrm rot="0" flipH="false" flipV="false">
            <a:off x="638697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39" type="body" sz="quarter"/>
          </p:nvPr>
        </p:nvSpPr>
        <p:spPr>
          <a:xfrm rot="0" flipH="false" flipV="false">
            <a:off x="635000" y="787400"/>
            <a:ext cx="5256743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4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41" type="body" sz="quarter"/>
          </p:nvPr>
        </p:nvSpPr>
        <p:spPr>
          <a:xfrm rot="0" flipH="false" flipV="false">
            <a:off x="635000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42" type="body" sz="quarter"/>
          </p:nvPr>
        </p:nvSpPr>
        <p:spPr>
          <a:xfrm rot="0" flipH="false" flipV="false">
            <a:off x="6172200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43" type="body" sz="quarter"/>
          </p:nvPr>
        </p:nvSpPr>
        <p:spPr>
          <a:xfrm rot="0" flipH="false" flipV="false">
            <a:off x="635000" y="749300"/>
            <a:ext cx="10919218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4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44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46" type="body" sz="quarter"/>
          </p:nvPr>
        </p:nvSpPr>
        <p:spPr>
          <a:xfrm rot="0" flipH="false" flipV="false">
            <a:off x="635000" y="2781300"/>
            <a:ext cx="3835400" cy="1219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47" type="body" sz="quarter"/>
          </p:nvPr>
        </p:nvSpPr>
        <p:spPr>
          <a:xfrm rot="0" flipH="false" flipV="false">
            <a:off x="9336835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48" type="body" sz="quarter"/>
          </p:nvPr>
        </p:nvSpPr>
        <p:spPr>
          <a:xfrm rot="0" flipH="false" flipV="false">
            <a:off x="7012027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49" type="body" sz="quarter"/>
          </p:nvPr>
        </p:nvSpPr>
        <p:spPr>
          <a:xfrm rot="0" flipH="false" flipV="false">
            <a:off x="4674519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45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45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45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53" type="body" sz="quarter"/>
          </p:nvPr>
        </p:nvSpPr>
        <p:spPr>
          <a:xfrm rot="0" flipH="false" flipV="false">
            <a:off x="638697" y="749300"/>
            <a:ext cx="109220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5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5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5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45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458" type="body" sz="quarter"/>
          </p:nvPr>
        </p:nvSpPr>
        <p:spPr>
          <a:xfrm rot="0" flipH="false" flipV="false">
            <a:off x="2331321" y="2750532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459" type="body" sz="quarter"/>
          </p:nvPr>
        </p:nvSpPr>
        <p:spPr>
          <a:xfrm rot="0" flipH="false" flipV="false">
            <a:off x="7823200" y="2781138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60" type="body" sz="quarter"/>
          </p:nvPr>
        </p:nvSpPr>
        <p:spPr>
          <a:xfrm rot="0" flipH="false" flipV="false">
            <a:off x="2331321" y="4844240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61" type="body" sz="quarter"/>
          </p:nvPr>
        </p:nvSpPr>
        <p:spPr>
          <a:xfrm rot="0" flipH="false" flipV="false">
            <a:off x="7823200" y="4844240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62" type="body" sz="quarter"/>
          </p:nvPr>
        </p:nvSpPr>
        <p:spPr>
          <a:xfrm rot="0" flipH="false" flipV="false">
            <a:off x="2331321" y="2330787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63" type="body" sz="quarter"/>
          </p:nvPr>
        </p:nvSpPr>
        <p:spPr>
          <a:xfrm rot="0" flipH="false" flipV="false">
            <a:off x="7823200" y="2330787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64" type="body" sz="quarter"/>
          </p:nvPr>
        </p:nvSpPr>
        <p:spPr>
          <a:xfrm rot="0" flipH="false" flipV="false">
            <a:off x="2331321" y="4457376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65" type="body" sz="quarter"/>
          </p:nvPr>
        </p:nvSpPr>
        <p:spPr>
          <a:xfrm rot="0" flipH="false" flipV="false">
            <a:off x="7823200" y="4457376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6" type="body" sz="quarter"/>
          </p:nvPr>
        </p:nvSpPr>
        <p:spPr>
          <a:xfrm rot="0" flipH="false" flipV="false">
            <a:off x="1161058" y="748860"/>
            <a:ext cx="98679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6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6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6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47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47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47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473" type="body" sz="quarter"/>
          </p:nvPr>
        </p:nvSpPr>
        <p:spPr>
          <a:xfrm rot="0" flipH="false" flipV="false">
            <a:off x="7620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474" type="body" sz="quarter"/>
          </p:nvPr>
        </p:nvSpPr>
        <p:spPr>
          <a:xfrm rot="0" flipH="false" flipV="false">
            <a:off x="47752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475" type="body" sz="quarter"/>
          </p:nvPr>
        </p:nvSpPr>
        <p:spPr>
          <a:xfrm rot="0" flipH="false" flipV="false">
            <a:off x="87884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476" type="body" sz="quarter"/>
          </p:nvPr>
        </p:nvSpPr>
        <p:spPr>
          <a:xfrm rot="0" flipH="false" flipV="false">
            <a:off x="762000" y="54845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477" type="body" sz="quarter"/>
          </p:nvPr>
        </p:nvSpPr>
        <p:spPr>
          <a:xfrm rot="0" flipH="false" flipV="false">
            <a:off x="4775200" y="54845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478" type="body" sz="quarter"/>
          </p:nvPr>
        </p:nvSpPr>
        <p:spPr>
          <a:xfrm rot="0" flipH="false" flipV="false">
            <a:off x="8788400" y="54972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79" type="body" sz="quarter"/>
          </p:nvPr>
        </p:nvSpPr>
        <p:spPr>
          <a:xfrm rot="0" flipH="false" flipV="false">
            <a:off x="1168400" y="2745740"/>
            <a:ext cx="9880600" cy="965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80" type="body" sz="quarter"/>
          </p:nvPr>
        </p:nvSpPr>
        <p:spPr>
          <a:xfrm rot="0" flipH="false" flipV="false">
            <a:off x="1168400" y="2080158"/>
            <a:ext cx="98806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1" type="body" sz="quarter"/>
          </p:nvPr>
        </p:nvSpPr>
        <p:spPr>
          <a:xfrm rot="0" flipH="false" flipV="false">
            <a:off x="1155700" y="2825750"/>
            <a:ext cx="9880600" cy="965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2" type="body" sz="quarter"/>
          </p:nvPr>
        </p:nvSpPr>
        <p:spPr>
          <a:xfrm rot="0" flipH="false" flipV="false">
            <a:off x="635000" y="787400"/>
            <a:ext cx="5256743" cy="1447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83" type="body" sz="quarter" hasCustomPrompt="true"/>
          </p:nvPr>
        </p:nvSpPr>
        <p:spPr>
          <a:xfrm rot="0" flipH="false" flipV="false">
            <a:off x="5891743" y="845441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84" type="body" sz="quarter" hasCustomPrompt="true"/>
          </p:nvPr>
        </p:nvSpPr>
        <p:spPr>
          <a:xfrm rot="0" flipH="false" flipV="false">
            <a:off x="5891743" y="2328926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485" type="body" sz="quarter" hasCustomPrompt="true"/>
          </p:nvPr>
        </p:nvSpPr>
        <p:spPr>
          <a:xfrm rot="0" flipH="false" flipV="false">
            <a:off x="5891743" y="3764257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486" type="body" sz="quarter" hasCustomPrompt="true"/>
          </p:nvPr>
        </p:nvSpPr>
        <p:spPr>
          <a:xfrm rot="0" flipH="false" flipV="false">
            <a:off x="5891743" y="5220906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487" type="body" sz="quarter"/>
          </p:nvPr>
        </p:nvSpPr>
        <p:spPr>
          <a:xfrm rot="0" flipH="false" flipV="false">
            <a:off x="6788086" y="1240031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488" type="body" sz="quarter"/>
          </p:nvPr>
        </p:nvSpPr>
        <p:spPr>
          <a:xfrm rot="0" flipH="false" flipV="false">
            <a:off x="6788086" y="2704466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89" type="body" sz="quarter"/>
          </p:nvPr>
        </p:nvSpPr>
        <p:spPr>
          <a:xfrm rot="0" flipH="false" flipV="false">
            <a:off x="6788086" y="4139797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90" type="body" sz="quarter"/>
          </p:nvPr>
        </p:nvSpPr>
        <p:spPr>
          <a:xfrm rot="0" flipH="false" flipV="false">
            <a:off x="6788086" y="5575129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91" type="body" sz="quarter"/>
          </p:nvPr>
        </p:nvSpPr>
        <p:spPr>
          <a:xfrm rot="0" flipH="false" flipV="false">
            <a:off x="6788086" y="5150165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92" type="body" sz="quarter"/>
          </p:nvPr>
        </p:nvSpPr>
        <p:spPr>
          <a:xfrm rot="0" flipH="false" flipV="false">
            <a:off x="6788086" y="796018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93" type="body" sz="quarter"/>
          </p:nvPr>
        </p:nvSpPr>
        <p:spPr>
          <a:xfrm rot="0" flipH="false" flipV="false">
            <a:off x="6788086" y="2279503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94" type="body" sz="quarter"/>
          </p:nvPr>
        </p:nvSpPr>
        <p:spPr>
          <a:xfrm rot="0" flipH="false" flipV="false">
            <a:off x="6788086" y="3714834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495" type="body" sz="quarter"/>
          </p:nvPr>
        </p:nvSpPr>
        <p:spPr>
          <a:xfrm rot="0" flipH="false" flipV="false">
            <a:off x="6316558" y="4904525"/>
            <a:ext cx="5125239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96" type="body" sz="quarter"/>
          </p:nvPr>
        </p:nvSpPr>
        <p:spPr>
          <a:xfrm rot="0" flipH="false" flipV="false">
            <a:off x="635000" y="4853725"/>
            <a:ext cx="52578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9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98" type="body" sz="quarter"/>
          </p:nvPr>
        </p:nvSpPr>
        <p:spPr>
          <a:xfrm rot="0" flipH="false" flipV="false">
            <a:off x="638697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99" type="body" sz="quarter"/>
          </p:nvPr>
        </p:nvSpPr>
        <p:spPr>
          <a:xfrm rot="0" flipH="false" flipV="false">
            <a:off x="635000" y="787400"/>
            <a:ext cx="5256743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50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01" type="body" sz="quarter"/>
          </p:nvPr>
        </p:nvSpPr>
        <p:spPr>
          <a:xfrm rot="0" flipH="false" flipV="false">
            <a:off x="635000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02" type="body" sz="quarter"/>
          </p:nvPr>
        </p:nvSpPr>
        <p:spPr>
          <a:xfrm rot="0" flipH="false" flipV="false">
            <a:off x="6172200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503" type="body" sz="quarter"/>
          </p:nvPr>
        </p:nvSpPr>
        <p:spPr>
          <a:xfrm rot="0" flipH="false" flipV="false">
            <a:off x="635000" y="749300"/>
            <a:ext cx="10919218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50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06" type="body" sz="quarter"/>
          </p:nvPr>
        </p:nvSpPr>
        <p:spPr>
          <a:xfrm rot="0" flipH="false" flipV="false">
            <a:off x="635000" y="2781300"/>
            <a:ext cx="3835400" cy="1219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07" type="body" sz="quarter"/>
          </p:nvPr>
        </p:nvSpPr>
        <p:spPr>
          <a:xfrm rot="0" flipH="false" flipV="false">
            <a:off x="9336835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508" type="body" sz="quarter"/>
          </p:nvPr>
        </p:nvSpPr>
        <p:spPr>
          <a:xfrm rot="0" flipH="false" flipV="false">
            <a:off x="7012027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509" type="body" sz="quarter"/>
          </p:nvPr>
        </p:nvSpPr>
        <p:spPr>
          <a:xfrm rot="0" flipH="false" flipV="false">
            <a:off x="4674519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51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1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3" type="body" sz="quarter"/>
          </p:nvPr>
        </p:nvSpPr>
        <p:spPr>
          <a:xfrm rot="0" flipH="false" flipV="false">
            <a:off x="638697" y="749300"/>
            <a:ext cx="109220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1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1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51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1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8" type="body" sz="quarter"/>
          </p:nvPr>
        </p:nvSpPr>
        <p:spPr>
          <a:xfrm rot="0" flipH="false" flipV="false">
            <a:off x="2331321" y="2750532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519" type="body" sz="quarter"/>
          </p:nvPr>
        </p:nvSpPr>
        <p:spPr>
          <a:xfrm rot="0" flipH="false" flipV="false">
            <a:off x="7823200" y="2781138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520" type="body" sz="quarter"/>
          </p:nvPr>
        </p:nvSpPr>
        <p:spPr>
          <a:xfrm rot="0" flipH="false" flipV="false">
            <a:off x="2331321" y="4844240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521" type="body" sz="quarter"/>
          </p:nvPr>
        </p:nvSpPr>
        <p:spPr>
          <a:xfrm rot="0" flipH="false" flipV="false">
            <a:off x="7823200" y="4844240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522" type="body" sz="quarter"/>
          </p:nvPr>
        </p:nvSpPr>
        <p:spPr>
          <a:xfrm rot="0" flipH="false" flipV="false">
            <a:off x="2331321" y="2330787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523" type="body" sz="quarter"/>
          </p:nvPr>
        </p:nvSpPr>
        <p:spPr>
          <a:xfrm rot="0" flipH="false" flipV="false">
            <a:off x="7823200" y="2330787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524" type="body" sz="quarter"/>
          </p:nvPr>
        </p:nvSpPr>
        <p:spPr>
          <a:xfrm rot="0" flipH="false" flipV="false">
            <a:off x="2331321" y="4457376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525" type="body" sz="quarter"/>
          </p:nvPr>
        </p:nvSpPr>
        <p:spPr>
          <a:xfrm rot="0" flipH="false" flipV="false">
            <a:off x="7823200" y="4457376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26" type="body" sz="quarter"/>
          </p:nvPr>
        </p:nvSpPr>
        <p:spPr>
          <a:xfrm rot="0" flipH="false" flipV="false">
            <a:off x="1161058" y="748860"/>
            <a:ext cx="98679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52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2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52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3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3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3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3" type="body" sz="quarter"/>
          </p:nvPr>
        </p:nvSpPr>
        <p:spPr>
          <a:xfrm rot="0" flipH="false" flipV="false">
            <a:off x="7620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34" type="body" sz="quarter"/>
          </p:nvPr>
        </p:nvSpPr>
        <p:spPr>
          <a:xfrm rot="0" flipH="false" flipV="false">
            <a:off x="47752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35" type="body" sz="quarter"/>
          </p:nvPr>
        </p:nvSpPr>
        <p:spPr>
          <a:xfrm rot="0" flipH="false" flipV="false">
            <a:off x="87884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36" type="body" sz="quarter"/>
          </p:nvPr>
        </p:nvSpPr>
        <p:spPr>
          <a:xfrm rot="0" flipH="false" flipV="false">
            <a:off x="762000" y="54845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37" type="body" sz="quarter"/>
          </p:nvPr>
        </p:nvSpPr>
        <p:spPr>
          <a:xfrm rot="0" flipH="false" flipV="false">
            <a:off x="4775200" y="54845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38" type="body" sz="quarter"/>
          </p:nvPr>
        </p:nvSpPr>
        <p:spPr>
          <a:xfrm rot="0" flipH="false" flipV="false">
            <a:off x="8788400" y="54972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39" type="body" sz="quarter"/>
          </p:nvPr>
        </p:nvSpPr>
        <p:spPr>
          <a:xfrm rot="0" flipH="false" flipV="false">
            <a:off x="1168400" y="2745740"/>
            <a:ext cx="9880600" cy="965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540" type="body" sz="quarter"/>
          </p:nvPr>
        </p:nvSpPr>
        <p:spPr>
          <a:xfrm rot="0" flipH="false" flipV="false">
            <a:off x="1168400" y="2080158"/>
            <a:ext cx="98806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30.xml" Type="http://schemas.openxmlformats.org/officeDocument/2006/relationships/slideLayout"/><Relationship Id="rId11" Target="../slideLayouts/slideLayout31.xml" Type="http://schemas.openxmlformats.org/officeDocument/2006/relationships/slideLayout"/><Relationship Id="rId2" Target="../slideLayouts/slideLayout22.xml" Type="http://schemas.openxmlformats.org/officeDocument/2006/relationships/slideLayout"/><Relationship Id="rId3" Target="../slideLayouts/slideLayout23.xml" Type="http://schemas.openxmlformats.org/officeDocument/2006/relationships/slideLayout"/><Relationship Id="rId4" Target="../slideLayouts/slideLayout24.xml" Type="http://schemas.openxmlformats.org/officeDocument/2006/relationships/slideLayout"/><Relationship Id="rId5" Target="../slideLayouts/slideLayout25.xml" Type="http://schemas.openxmlformats.org/officeDocument/2006/relationships/slideLayout"/><Relationship Id="rId6" Target="../slideLayouts/slideLayout26.xml" Type="http://schemas.openxmlformats.org/officeDocument/2006/relationships/slideLayout"/><Relationship Id="rId7" Target="../slideLayouts/slideLayout27.xml" Type="http://schemas.openxmlformats.org/officeDocument/2006/relationships/slideLayout"/><Relationship Id="rId8" Target="../slideLayouts/slideLayout28.xml" Type="http://schemas.openxmlformats.org/officeDocument/2006/relationships/slideLayout"/><Relationship Id="rId9" Target="../slideLayouts/slideLayout29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10" Target="../slideLayouts/slideLayout40.xml" Type="http://schemas.openxmlformats.org/officeDocument/2006/relationships/slideLayout"/><Relationship Id="rId11" Target="../slideLayouts/slideLayout41.xml" Type="http://schemas.openxmlformats.org/officeDocument/2006/relationships/slideLayout"/><Relationship Id="rId2" Target="../slideLayouts/slideLayout32.xml" Type="http://schemas.openxmlformats.org/officeDocument/2006/relationships/slideLayout"/><Relationship Id="rId3" Target="../slideLayouts/slideLayout33.xml" Type="http://schemas.openxmlformats.org/officeDocument/2006/relationships/slideLayout"/><Relationship Id="rId4" Target="../slideLayouts/slideLayout34.xml" Type="http://schemas.openxmlformats.org/officeDocument/2006/relationships/slideLayout"/><Relationship Id="rId5" Target="../slideLayouts/slideLayout35.xml" Type="http://schemas.openxmlformats.org/officeDocument/2006/relationships/slideLayout"/><Relationship Id="rId6" Target="../slideLayouts/slideLayout36.xml" Type="http://schemas.openxmlformats.org/officeDocument/2006/relationships/slideLayout"/><Relationship Id="rId7" Target="../slideLayouts/slideLayout37.xml" Type="http://schemas.openxmlformats.org/officeDocument/2006/relationships/slideLayout"/><Relationship Id="rId8" Target="../slideLayouts/slideLayout38.xml" Type="http://schemas.openxmlformats.org/officeDocument/2006/relationships/slideLayout"/><Relationship Id="rId9" Target="../slideLayouts/slideLayout39.xml" Type="http://schemas.openxmlformats.org/officeDocument/2006/relationships/slideLayout"/></Relationships>
</file>

<file path=ppt/slideMasters/_rels/slideMaster5.xml.rels><?xml version="1.0" encoding="UTF-8" standalone="yes"?><Relationships xmlns="http://schemas.openxmlformats.org/package/2006/relationships"><Relationship Id="rId1" Target="../theme/theme6.xml" Type="http://schemas.openxmlformats.org/officeDocument/2006/relationships/theme"/><Relationship Id="rId10" Target="../slideLayouts/slideLayout50.xml" Type="http://schemas.openxmlformats.org/officeDocument/2006/relationships/slideLayout"/><Relationship Id="rId11" Target="../slideLayouts/slideLayout51.xml" Type="http://schemas.openxmlformats.org/officeDocument/2006/relationships/slideLayout"/><Relationship Id="rId2" Target="../slideLayouts/slideLayout42.xml" Type="http://schemas.openxmlformats.org/officeDocument/2006/relationships/slideLayout"/><Relationship Id="rId3" Target="../slideLayouts/slideLayout43.xml" Type="http://schemas.openxmlformats.org/officeDocument/2006/relationships/slideLayout"/><Relationship Id="rId4" Target="../slideLayouts/slideLayout44.xml" Type="http://schemas.openxmlformats.org/officeDocument/2006/relationships/slideLayout"/><Relationship Id="rId5" Target="../slideLayouts/slideLayout45.xml" Type="http://schemas.openxmlformats.org/officeDocument/2006/relationships/slideLayout"/><Relationship Id="rId6" Target="../slideLayouts/slideLayout46.xml" Type="http://schemas.openxmlformats.org/officeDocument/2006/relationships/slideLayout"/><Relationship Id="rId7" Target="../slideLayouts/slideLayout47.xml" Type="http://schemas.openxmlformats.org/officeDocument/2006/relationships/slideLayout"/><Relationship Id="rId8" Target="../slideLayouts/slideLayout48.xml" Type="http://schemas.openxmlformats.org/officeDocument/2006/relationships/slideLayout"/><Relationship Id="rId9" Target="../slideLayouts/slideLayout49.xml" Type="http://schemas.openxmlformats.org/officeDocument/2006/relationships/slideLayout"/></Relationships>
</file>

<file path=ppt/slideMasters/_rels/slideMaster6.xml.rels><?xml version="1.0" encoding="UTF-8" standalone="yes"?><Relationships xmlns="http://schemas.openxmlformats.org/package/2006/relationships"><Relationship Id="rId1" Target="../theme/theme7.xml" Type="http://schemas.openxmlformats.org/officeDocument/2006/relationships/theme"/><Relationship Id="rId10" Target="../slideLayouts/slideLayout60.xml" Type="http://schemas.openxmlformats.org/officeDocument/2006/relationships/slideLayout"/><Relationship Id="rId11" Target="../slideLayouts/slideLayout61.xml" Type="http://schemas.openxmlformats.org/officeDocument/2006/relationships/slideLayout"/><Relationship Id="rId2" Target="../slideLayouts/slideLayout52.xml" Type="http://schemas.openxmlformats.org/officeDocument/2006/relationships/slideLayout"/><Relationship Id="rId3" Target="../slideLayouts/slideLayout53.xml" Type="http://schemas.openxmlformats.org/officeDocument/2006/relationships/slideLayout"/><Relationship Id="rId4" Target="../slideLayouts/slideLayout54.xml" Type="http://schemas.openxmlformats.org/officeDocument/2006/relationships/slideLayout"/><Relationship Id="rId5" Target="../slideLayouts/slideLayout55.xml" Type="http://schemas.openxmlformats.org/officeDocument/2006/relationships/slideLayout"/><Relationship Id="rId6" Target="../slideLayouts/slideLayout56.xml" Type="http://schemas.openxmlformats.org/officeDocument/2006/relationships/slideLayout"/><Relationship Id="rId7" Target="../slideLayouts/slideLayout57.xml" Type="http://schemas.openxmlformats.org/officeDocument/2006/relationships/slideLayout"/><Relationship Id="rId8" Target="../slideLayouts/slideLayout58.xml" Type="http://schemas.openxmlformats.org/officeDocument/2006/relationships/slideLayout"/><Relationship Id="rId9" Target="../slideLayouts/slideLayout59.xml" Type="http://schemas.openxmlformats.org/officeDocument/2006/relationships/slideLayout"/></Relationships>
</file>

<file path=ppt/slideMasters/_rels/slideMaster7.xml.rels><?xml version="1.0" encoding="UTF-8" standalone="yes"?><Relationships xmlns="http://schemas.openxmlformats.org/package/2006/relationships"><Relationship Id="rId1" Target="../theme/theme8.xml" Type="http://schemas.openxmlformats.org/officeDocument/2006/relationships/theme"/><Relationship Id="rId10" Target="../slideLayouts/slideLayout70.xml" Type="http://schemas.openxmlformats.org/officeDocument/2006/relationships/slideLayout"/><Relationship Id="rId11" Target="../slideLayouts/slideLayout71.xml" Type="http://schemas.openxmlformats.org/officeDocument/2006/relationships/slideLayout"/><Relationship Id="rId2" Target="../slideLayouts/slideLayout62.xml" Type="http://schemas.openxmlformats.org/officeDocument/2006/relationships/slideLayout"/><Relationship Id="rId3" Target="../slideLayouts/slideLayout63.xml" Type="http://schemas.openxmlformats.org/officeDocument/2006/relationships/slideLayout"/><Relationship Id="rId4" Target="../slideLayouts/slideLayout64.xml" Type="http://schemas.openxmlformats.org/officeDocument/2006/relationships/slideLayout"/><Relationship Id="rId5" Target="../slideLayouts/slideLayout65.xml" Type="http://schemas.openxmlformats.org/officeDocument/2006/relationships/slideLayout"/><Relationship Id="rId6" Target="../slideLayouts/slideLayout66.xml" Type="http://schemas.openxmlformats.org/officeDocument/2006/relationships/slideLayout"/><Relationship Id="rId7" Target="../slideLayouts/slideLayout67.xml" Type="http://schemas.openxmlformats.org/officeDocument/2006/relationships/slideLayout"/><Relationship Id="rId8" Target="../slideLayouts/slideLayout68.xml" Type="http://schemas.openxmlformats.org/officeDocument/2006/relationships/slideLayout"/><Relationship Id="rId9" Target="../slideLayouts/slideLayout69.xml" Type="http://schemas.openxmlformats.org/officeDocument/2006/relationships/slideLayout"/></Relationships>
</file>

<file path=ppt/slideMasters/_rels/slideMaster8.xml.rels><?xml version="1.0" encoding="UTF-8" standalone="yes"?><Relationships xmlns="http://schemas.openxmlformats.org/package/2006/relationships"><Relationship Id="rId1" Target="../theme/theme9.xml" Type="http://schemas.openxmlformats.org/officeDocument/2006/relationships/theme"/><Relationship Id="rId10" Target="../slideLayouts/slideLayout80.xml" Type="http://schemas.openxmlformats.org/officeDocument/2006/relationships/slideLayout"/><Relationship Id="rId11" Target="../slideLayouts/slideLayout81.xml" Type="http://schemas.openxmlformats.org/officeDocument/2006/relationships/slideLayout"/><Relationship Id="rId2" Target="../slideLayouts/slideLayout72.xml" Type="http://schemas.openxmlformats.org/officeDocument/2006/relationships/slideLayout"/><Relationship Id="rId3" Target="../slideLayouts/slideLayout73.xml" Type="http://schemas.openxmlformats.org/officeDocument/2006/relationships/slideLayout"/><Relationship Id="rId4" Target="../slideLayouts/slideLayout74.xml" Type="http://schemas.openxmlformats.org/officeDocument/2006/relationships/slideLayout"/><Relationship Id="rId5" Target="../slideLayouts/slideLayout75.xml" Type="http://schemas.openxmlformats.org/officeDocument/2006/relationships/slideLayout"/><Relationship Id="rId6" Target="../slideLayouts/slideLayout76.xml" Type="http://schemas.openxmlformats.org/officeDocument/2006/relationships/slideLayout"/><Relationship Id="rId7" Target="../slideLayouts/slideLayout77.xml" Type="http://schemas.openxmlformats.org/officeDocument/2006/relationships/slideLayout"/><Relationship Id="rId8" Target="../slideLayouts/slideLayout78.xml" Type="http://schemas.openxmlformats.org/officeDocument/2006/relationships/slideLayout"/><Relationship Id="rId9" Target="../slideLayouts/slideLayout79.xml" Type="http://schemas.openxmlformats.org/officeDocument/2006/relationships/slideLayout"/></Relationships>
</file>

<file path=ppt/slideMasters/_rels/slideMaster9.xml.rels><?xml version="1.0" encoding="UTF-8" standalone="yes"?><Relationships xmlns="http://schemas.openxmlformats.org/package/2006/relationships"><Relationship Id="rId1" Target="../theme/theme10.xml" Type="http://schemas.openxmlformats.org/officeDocument/2006/relationships/theme"/><Relationship Id="rId10" Target="../slideLayouts/slideLayout90.xml" Type="http://schemas.openxmlformats.org/officeDocument/2006/relationships/slideLayout"/><Relationship Id="rId11" Target="../slideLayouts/slideLayout91.xml" Type="http://schemas.openxmlformats.org/officeDocument/2006/relationships/slideLayout"/><Relationship Id="rId2" Target="../slideLayouts/slideLayout82.xml" Type="http://schemas.openxmlformats.org/officeDocument/2006/relationships/slideLayout"/><Relationship Id="rId3" Target="../slideLayouts/slideLayout83.xml" Type="http://schemas.openxmlformats.org/officeDocument/2006/relationships/slideLayout"/><Relationship Id="rId4" Target="../slideLayouts/slideLayout84.xml" Type="http://schemas.openxmlformats.org/officeDocument/2006/relationships/slideLayout"/><Relationship Id="rId5" Target="../slideLayouts/slideLayout85.xml" Type="http://schemas.openxmlformats.org/officeDocument/2006/relationships/slideLayout"/><Relationship Id="rId6" Target="../slideLayouts/slideLayout86.xml" Type="http://schemas.openxmlformats.org/officeDocument/2006/relationships/slideLayout"/><Relationship Id="rId7" Target="../slideLayouts/slideLayout87.xml" Type="http://schemas.openxmlformats.org/officeDocument/2006/relationships/slideLayout"/><Relationship Id="rId8" Target="../slideLayouts/slideLayout88.xml" Type="http://schemas.openxmlformats.org/officeDocument/2006/relationships/slideLayout"/><Relationship Id="rId9" Target="../slideLayouts/slideLayout89.xml" Type="http://schemas.openxmlformats.org/officeDocument/2006/relationships/slideLayout"/></Relationships>
</file>

<file path=ppt/slideMasters/_rels/slideMaster10.xml.rels><?xml version="1.0" encoding="UTF-8" standalone="yes"?><Relationships xmlns="http://schemas.openxmlformats.org/package/2006/relationships"><Relationship Id="rId1" Target="../theme/theme11.xml" Type="http://schemas.openxmlformats.org/officeDocument/2006/relationships/theme"/><Relationship Id="rId10" Target="../slideLayouts/slideLayout100.xml" Type="http://schemas.openxmlformats.org/officeDocument/2006/relationships/slideLayout"/><Relationship Id="rId11" Target="../slideLayouts/slideLayout101.xml" Type="http://schemas.openxmlformats.org/officeDocument/2006/relationships/slideLayout"/><Relationship Id="rId2" Target="../slideLayouts/slideLayout92.xml" Type="http://schemas.openxmlformats.org/officeDocument/2006/relationships/slideLayout"/><Relationship Id="rId3" Target="../slideLayouts/slideLayout93.xml" Type="http://schemas.openxmlformats.org/officeDocument/2006/relationships/slideLayout"/><Relationship Id="rId4" Target="../slideLayouts/slideLayout94.xml" Type="http://schemas.openxmlformats.org/officeDocument/2006/relationships/slideLayout"/><Relationship Id="rId5" Target="../slideLayouts/slideLayout95.xml" Type="http://schemas.openxmlformats.org/officeDocument/2006/relationships/slideLayout"/><Relationship Id="rId6" Target="../slideLayouts/slideLayout96.xml" Type="http://schemas.openxmlformats.org/officeDocument/2006/relationships/slideLayout"/><Relationship Id="rId7" Target="../slideLayouts/slideLayout97.xml" Type="http://schemas.openxmlformats.org/officeDocument/2006/relationships/slideLayout"/><Relationship Id="rId8" Target="../slideLayouts/slideLayout98.xml" Type="http://schemas.openxmlformats.org/officeDocument/2006/relationships/slideLayout"/><Relationship Id="rId9" Target="../slideLayouts/slideLayout9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09" r:id="rId2"/>
    <p:sldLayoutId id="2157483710" r:id="rId3"/>
    <p:sldLayoutId id="2157483711" r:id="rId4"/>
    <p:sldLayoutId id="2157483712" r:id="rId5"/>
    <p:sldLayoutId id="2157483713" r:id="rId6"/>
    <p:sldLayoutId id="2157483714" r:id="rId7"/>
    <p:sldLayoutId id="2157483715" r:id="rId8"/>
    <p:sldLayoutId id="2157483716" r:id="rId9"/>
    <p:sldLayoutId id="2157483717" r:id="rId10"/>
    <p:sldLayoutId id="215748371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19" r:id="rId2"/>
    <p:sldLayoutId id="2157483720" r:id="rId3"/>
    <p:sldLayoutId id="2157483721" r:id="rId4"/>
    <p:sldLayoutId id="2157483722" r:id="rId5"/>
    <p:sldLayoutId id="2157483723" r:id="rId6"/>
    <p:sldLayoutId id="2157483724" r:id="rId7"/>
    <p:sldLayoutId id="2157483725" r:id="rId8"/>
    <p:sldLayoutId id="2157483726" r:id="rId9"/>
    <p:sldLayoutId id="2157483727" r:id="rId10"/>
    <p:sldLayoutId id="215748372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29" r:id="rId2"/>
    <p:sldLayoutId id="2157483730" r:id="rId3"/>
    <p:sldLayoutId id="2157483731" r:id="rId4"/>
    <p:sldLayoutId id="2157483732" r:id="rId5"/>
    <p:sldLayoutId id="2157483733" r:id="rId6"/>
    <p:sldLayoutId id="2157483734" r:id="rId7"/>
    <p:sldLayoutId id="2157483735" r:id="rId8"/>
    <p:sldLayoutId id="2157483736" r:id="rId9"/>
    <p:sldLayoutId id="2157483737" r:id="rId10"/>
    <p:sldLayoutId id="215748373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39" r:id="rId2"/>
    <p:sldLayoutId id="2157483740" r:id="rId3"/>
    <p:sldLayoutId id="2157483741" r:id="rId4"/>
    <p:sldLayoutId id="2157483742" r:id="rId5"/>
    <p:sldLayoutId id="2157483743" r:id="rId6"/>
    <p:sldLayoutId id="2157483744" r:id="rId7"/>
    <p:sldLayoutId id="2157483745" r:id="rId8"/>
    <p:sldLayoutId id="2157483746" r:id="rId9"/>
    <p:sldLayoutId id="2157483747" r:id="rId10"/>
    <p:sldLayoutId id="215748374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49" r:id="rId2"/>
    <p:sldLayoutId id="2157483750" r:id="rId3"/>
    <p:sldLayoutId id="2157483751" r:id="rId4"/>
    <p:sldLayoutId id="2157483752" r:id="rId5"/>
    <p:sldLayoutId id="2157483753" r:id="rId6"/>
    <p:sldLayoutId id="2157483754" r:id="rId7"/>
    <p:sldLayoutId id="2157483755" r:id="rId8"/>
    <p:sldLayoutId id="2157483756" r:id="rId9"/>
    <p:sldLayoutId id="2157483757" r:id="rId10"/>
    <p:sldLayoutId id="21574837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59" r:id="rId2"/>
    <p:sldLayoutId id="2157483760" r:id="rId3"/>
    <p:sldLayoutId id="2157483761" r:id="rId4"/>
    <p:sldLayoutId id="2157483762" r:id="rId5"/>
    <p:sldLayoutId id="2157483763" r:id="rId6"/>
    <p:sldLayoutId id="2157483764" r:id="rId7"/>
    <p:sldLayoutId id="2157483765" r:id="rId8"/>
    <p:sldLayoutId id="2157483766" r:id="rId9"/>
    <p:sldLayoutId id="2157483767" r:id="rId10"/>
    <p:sldLayoutId id="21574837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69" r:id="rId2"/>
    <p:sldLayoutId id="2157483770" r:id="rId3"/>
    <p:sldLayoutId id="2157483771" r:id="rId4"/>
    <p:sldLayoutId id="2157483772" r:id="rId5"/>
    <p:sldLayoutId id="2157483773" r:id="rId6"/>
    <p:sldLayoutId id="2157483774" r:id="rId7"/>
    <p:sldLayoutId id="2157483775" r:id="rId8"/>
    <p:sldLayoutId id="2157483776" r:id="rId9"/>
    <p:sldLayoutId id="2157483777" r:id="rId10"/>
    <p:sldLayoutId id="215748377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79" r:id="rId2"/>
    <p:sldLayoutId id="2157483780" r:id="rId3"/>
    <p:sldLayoutId id="2157483781" r:id="rId4"/>
    <p:sldLayoutId id="2157483782" r:id="rId5"/>
    <p:sldLayoutId id="2157483783" r:id="rId6"/>
    <p:sldLayoutId id="2157483784" r:id="rId7"/>
    <p:sldLayoutId id="2157483785" r:id="rId8"/>
    <p:sldLayoutId id="2157483786" r:id="rId9"/>
    <p:sldLayoutId id="2157483787" r:id="rId10"/>
    <p:sldLayoutId id="215748378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https://taosdata.feishu.cn/wiki/KDqZwxwETijbjqkOh6DcW3dinOc?from=space_search" TargetMode="External" Type="http://schemas.openxmlformats.org/officeDocument/2006/relationships/hyperlink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https://taosdata.feishu.cn/wiki/LfOswmZ8ziqYR3kYBoYcqVARn8f" TargetMode="External" Type="http://schemas.openxmlformats.org/officeDocument/2006/relationships/hyperlink"/><Relationship Id="rId4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https://taosdata.feishu.cn/wiki/L9BMwlfwriDyv4kSSzZcNig3nPd" TargetMode="External" Type="http://schemas.openxmlformats.org/officeDocument/2006/relationships/hyperlink"/><Relationship Id="rId4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https://taosdata.feishu.cn/wiki/FxAnwvXrniaiOmkvyNkcvr2snmf" TargetMode="External" Type="http://schemas.openxmlformats.org/officeDocument/2006/relationships/hyperlink"/><Relationship Id="rId4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https://taosdata.feishu.cn/wiki/Q9LwwP5AXi0nIJkTnjbcKzIfnVe" TargetMode="External" Type="http://schemas.openxmlformats.org/officeDocument/2006/relationships/hyperlink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https://taosdata.feishu.cn/wiki/URMzw8shmiZz6CkJGTCcnLIHnte" TargetMode="External" Type="http://schemas.openxmlformats.org/officeDocument/2006/relationships/hyperlink"/><Relationship Id="rId4" Target="https://taosdata.feishu.cn/wiki/PtkawoaosiXJYqkDDgHcEP0nnkb" TargetMode="External" Type="http://schemas.openxmlformats.org/officeDocument/2006/relationships/hyperlink"/><Relationship Id="rId5" Target="https://taosdata.feishu.cn/wiki/OGIRwuYGki2QU1kHeYPcclK5nff" TargetMode="External" Type="http://schemas.openxmlformats.org/officeDocument/2006/relationships/hyperlink"/><Relationship Id="rId6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Relationship Id="rId4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12.png" Type="http://schemas.openxmlformats.org/officeDocument/2006/relationships/image"/><Relationship Id="rId4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15.png" Type="http://schemas.openxmlformats.org/officeDocument/2006/relationships/image"/><Relationship Id="rId4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17.png" Type="http://schemas.openxmlformats.org/officeDocument/2006/relationships/image"/><Relationship Id="rId4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18.png" Type="http://schemas.openxmlformats.org/officeDocument/2006/relationships/image"/><Relationship Id="rId4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26.png" Type="http://schemas.openxmlformats.org/officeDocument/2006/relationships/image"/><Relationship Id="rId4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543933" y="6627707"/>
            <a:ext cx="9753600" cy="23029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0" y="0"/>
            <a:ext cx="12192000" cy="337185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0" y="2419057"/>
            <a:ext cx="12192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 新特性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274398"/>
            <a:ext cx="12192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关胜亮、霍琳贺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2025-12-31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58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-1797186" y="2523063"/>
            <a:ext cx="5207000" cy="2819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21636" y="5553709"/>
            <a:ext cx="1905000" cy="400348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4962895" y="1874004"/>
            <a:ext cx="5689600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安全功能全面提升</a:t>
            </a:r>
            <a:endParaRPr lang="en-US" sz="1100"/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流计算的事件窗口触发支持子事件窗口
流计算的资源消耗和计算延迟显著降低</a:t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虚拟表的查询性能优化</a:t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查询性能优化及语法增强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3953911" y="3391093"/>
            <a:ext cx="21269" cy="346690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5466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Highlights：安全功能全面提升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41400" y="1892135"/>
            <a:ext cx="3251200" cy="3276600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t" rtlCol="false" wrap="square" lIns="254000" rIns="0" tIns="0" bIns="0">
            <a:spAutoFit/>
          </a:bodyPr>
          <a:lstStyle/>
          <a:p>
            <a:pPr algn="l" indent="0">
              <a:lnSpc>
                <a:spcPct val="191666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身份鉴别：全方位身份认证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9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访问控制：基于角色的权限管控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9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存储安全：全量透明加密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9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传输安全：双重加密防护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9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安全审计：全链路审计覆盖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9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加密算法：多算法集成适配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9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安全函数：补充数据安全函数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896595" y="2763899"/>
            <a:ext cx="2678545" cy="419100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91666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安全可靠性测评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896018" y="3329544"/>
            <a:ext cx="2679700" cy="419100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91666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等保三/四级认证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67596" y="2933700"/>
            <a:ext cx="2246416" cy="672935"/>
          </a:xfrm>
          <a:prstGeom prst="rightArrow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助力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1329692"/>
            <a:ext cx="4267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通过系统性的安全加固，显著提升产品安全水位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5535131"/>
            <a:ext cx="36449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兼容性方案将由 徐开礼 再准备一次单独的培训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320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身份鉴别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3848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强口令与全周期管控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/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8-255 位强口令（需含大小写字母、数字、特殊字符三类及以上），禁止与用户名重复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支持密码生命周期管理，包括有效期、宽限期、重用限制及历史记录管控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用户锁定防护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：支持手动与自动锁定（登录失败、长期不活动等）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多层级认证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支持密码、TOTP 多因素认证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TOKEN 认证，TOKEN 支持创建、删除、修改操作，可灵活配置有效期与客户端信息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资源与访问管控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可限制单用户并发会话数、连接时长、空闲时长等资源占用滥用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支持黑白名单配置及登录时间段管控，实现“用户-IP-时间”的精准匹配，阻断非授权时段、非授权地址的访问尝试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安全加密存储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：口令采用单向散列算法+随机加盐存储，避免明文泄露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安全加密传输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：口令传输依赖 TLS+SASL 安全机制，避免明文传输。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2311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身份鉴别的语法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09650"/>
            <a:ext cx="4772158" cy="499098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t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功能限制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&gt; ::= &lt;功能限制项&gt;{ &lt;功能限制项&gt;}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&lt;功能限制项&gt; ::=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SYSINFO { 0 | 1 }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CREATEDB { 0 | 1 }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CHANGEPASS { 0 | 1 | 2 }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资源限制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&gt; ::= &lt;资源限制项&gt;{ &lt;资源限制项&gt;}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&lt;资源限制项&gt; ::=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SESSION_PER_USER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CONNECT_IDLE_TIME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CONNECT_TIME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CALL_PER_SESSION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 VNODE_PER_CALL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FAILED_LOGIN_ATTEMPTS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PASSWORD_LIFE_TIME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PASSWORD_REUSE_TIME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PASSWORD_REUSE_MAX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PASSWORD_LOCK_TIME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PASSWORD_GRACE_TIME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INACTIVE_ACCOUNT_TIME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ALLOW_TOKEN_NUM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&lt;参数设置&gt;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&lt;参数设置&gt; ::= &lt;参数值&gt; | UNLIMITED | DEFAULT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288064" y="1709650"/>
            <a:ext cx="4772158" cy="499098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t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口令信息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&gt; ::=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PASS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&lt;口令&gt;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TOTP信息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&gt; ::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TOTPSEED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&lt;totpseed&gt;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锁定子句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&gt; ::=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ACCOUNT LOCK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ACCOUNT UNLOCK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HOST限制子句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&gt; ::=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HOST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&lt;HOST项&gt;{,&lt;HOST项&gt;}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NOT_ALLOW_HOST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&lt;HOST项&gt;{,&lt;HOST项&gt;}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&lt;HOST项&gt; ::=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&lt;具体 IP 地址&gt;|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&lt;以子网掩码表示的 IP 范围&gt;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时间限制子句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&gt; ::=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ALLOW_DATETIME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&lt;时间项&gt;{,&lt;时间项&gt;}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NOT_ALLOW_DATETIME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&lt;时间项&gt;{,&lt;时间项&gt;}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&lt;时间项&gt; ::=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&lt;具体日期&gt; &lt;起始时间&gt; &lt;时长&gt; |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&lt;规则日期&gt; &lt;起始时间&gt; &lt;时长&gt;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&lt;规则日期&gt; ::=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MON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TUE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WED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THU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FRI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SAT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SUN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168600"/>
            <a:ext cx="10044223" cy="368299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t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USER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<![CDATA[ [IF NOT EXISTS] <用户名> <口令信息> [<TOTP信息>] [<锁定子句>] [<功能限制>] [<资源限制>] [<HOST限制子句>][<时间限制子句>]]]>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320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访问控制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3200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RBAC 的权限架构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/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采用角色访问控制模型，权限分为系统权限（集群级操作）与对象权限（库表等具体对象操作）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内置 SYSDBA、SYSSEC、SYSAUDIT 三类互斥系统角色，初始授予 root 用户，后续可灵活分配，实现权限制衡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权限生命周期管理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支持角色/权限的创建、删除、授予与回收，提供标准 GRANT/REVOKE 语法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支持所有者权限转移，对象创建者默认拥有可授出权限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细粒度访问限制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支持库、表、列、行多层级权限控制（行列权限仅演示）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结合黑白名单与登录时段管控，实现精准匹配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兼容扩展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：兼容旧版权限语法，尽可能确保 v3.3.8+ 版本平滑升级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23241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访问控制的语法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02617" y="3004355"/>
            <a:ext cx="3724620" cy="327163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t" rtlCol="false" lIns="63500" rIns="63500" tIns="63500" bIns="63500"/>
          <a:lstStyle/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系统权限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GRANT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privileges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TO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{user_name|role_name};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REVOKE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privileges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{user_name|role_name};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privileges : {    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| priv_type [, priv_type] ...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-- 角色管理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| CREATE ROLE | DROP ROLE | SHOW ROLES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…………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971334" y="3004355"/>
            <a:ext cx="6218048" cy="327163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t" rtlCol="false" lIns="63500" rIns="63500" tIns="63500" bIns="63500"/>
          <a:lstStyle/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对象权限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GRANT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privileges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ON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priv_level [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WITH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tag_condition ]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TO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{user_name|role_name};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REVOKE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privileges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ON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priv_level [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WITH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tag_condition]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{user_name|role_name};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privileges : {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ALL 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| ALL PRIVILEGES 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| priv_type [, priv_type] ...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privilege_name: {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-- 库权限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ALTER DATABASE | DROP DATABASE | USE DATABASE | FLUSH DATABASE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168600"/>
            <a:ext cx="10186765" cy="1663005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t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ROLE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[IF NOT EXISTS] &lt;角色名&gt;;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DROP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ROLE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[IF EXISTS] &lt;角色名&gt;;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LOCK/UNLOCK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ROLE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GRANT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ROLE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role_name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TO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&lt;user_name&gt;；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REVOKE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ROLE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role_name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&lt;user_name&gt;;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ALTER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obj_type obj_name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OWNER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TO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&lt;user_name|role_name&gt;;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320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安全审计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353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五级分级审计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/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按粒度分为系统级、集群级、数据库级、子表级、数据级五级审计，可通过 auditLevel 参数配置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支持单独开关 SELECT/INSERT/DELETE 等数据操作审计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审计权限管控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内置 SYSAUDITOR 审计员角色，配备完整审计权限集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系统自动创建隐藏审计用户，仅赋予日志写入权限，实现审计与业务访问严格隔离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系统内仅允许存在一个审计库，创建时强制启用加密存储、保留时间≥5年等安全配置，安全属性不可修改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安全防篡改：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审计信息通过 taosKeeper 收集，支持 HTTPS/TLS 加密通信与数字签名验证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审计库强制启用 WAL_LEVEL=2（每次写入落盘），结合加密存储防范暴力篡改</a:t>
            </a:r>
          </a:p>
          <a:p>
            <a:pPr algn="l" indent="0"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320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传输安全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9800442" cy="3848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分层加密与认证架构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：采用“TLS 传输加密 + SASL 身份认证”分层设计，TLS 保障数据机密性与完整性，SASL 通过多轮挑战-响应验证客户端身份，有效抵御中间人攻击、数据篡改与重放攻击</a:t>
            </a:r>
            <a:endParaRPr lang="en-US" sz="1100"/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连接与资源管控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支持按用户配置并发会话数、单次会话时长、空闲超时等参数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限制单会话最大并发调用数及涉及 vnode 数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增强黑白名单访问控制：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通配符匹配，处理禁止 HOST 逻辑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暴力破解检测与告警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记录登录等通信失败信息（时间戳、用户名、IP、原因）并实时写入监控库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支持设定时间窗口与失败阈值，触发异常后自动告警并临时锁定相关用户/IP，防范暴力攻击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密钥管控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：TLS 私钥通过 CFG_KEY 加密存储，支持定期轮换与安全销毁，所有安全操作均留存完整审计日志。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高性能优化设计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：通过 TLS 会话复用、SASL 认证结果缓存、高效数据结构校验等优化，总体性能下降不超过 10%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320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存储安全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416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分级密钥体系与全生命周期管理：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采用SVR_KEY→DB_KEY→库内密钥（CFG_KEY/META_KEY/DATA_KEY）的分级加密架构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通过机器码加密存储，防止跨节点移植泄露，核心密钥传输依赖 SASL 加密通信机制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实现密钥生成、变更、到期策略配置、备份恢复的全流程管理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全范围透明加密覆盖：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实现配置文件、元数据、时序数据三类核心数据的透明加密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加解密过程由系统自动完成对用户无感知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合规适配与权限管控：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SM2、SM3、SM4 国密算法，符合国家密码管理局标准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敏感密钥操作需管理员权限，所有安全操作留存审计日志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可观测：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支持查看全局加密范围、算法及状态，查询特定数据库加密配置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 SQL 设置密钥到期告警策略，告警信息推送至 TDinsight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320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加密算法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224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算法管理可视化：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新增 ins_encrypt_algorithems 系统表，查看所有可用加密算法，包含算法名称、类型、来源、描述等信息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多类型算法集成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：集成国密算法（SM2、SM3、SM4）与国标算法（RSA-2048+、AES-128+/256、SHA-256+等），覆盖对称加密、非对称加密、散列算法三大类，适配数据加密、密钥交换、完整性校验等多场景</a:t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灵活扩展能力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支持用户通过动态链接库方式添加自定义加密算法，配置 encryptExtDir 加载路径生效</a:t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OpenSSL 3.0+ EVP 构建标准算法接口规范，自定义算法需实现基本信息获取、加解密、创建销毁等核心接口</a:t>
            </a:r>
          </a:p>
          <a:p>
            <a:pPr algn="l" indent="0" lvl="1"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320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安全函数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3200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数据加密函数：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支持国密和国际加密算法，确保数据存储和传输安全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SM4_ENCRYPT、SM4_DECRYPT、AES_ENCRYPT、AES_DECRYPT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数据脱敏函数：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MASK_NULL、MASK_FULL、MASK_PARIAL、MASK_NONE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数据哈希函数：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MD5、SHA1、SHA2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编码转换函数转换：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FROM_BASE64、TO_BASE64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7518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Highlights：流计算的事件窗口触发支持子事件窗口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5003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问题来源：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对于事件窗口触发，IDMP 希望能够指定多个开始条件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当某一个具体的开始条件满足时，子窗口开启，如果开始条件发生变化，开启新的子窗口，之前的子窗口关闭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在第二个子窗口开启时，开启父窗口，父窗口的起始时间为第一个子窗口的起始时间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父窗口和所有的子窗口都触发各自的通知和计算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当所有开始条件都不满足，或者结束条件(允许不指定)满足时，最后一个子窗口和父窗口(如果有)关闭</a:t>
            </a:r>
          </a:p>
          <a:p>
            <a:pPr algn="l" indent="0">
              <a:lnSpc>
                <a:spcPct val="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SQL 语法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EVENT_WINDOW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START WITH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(start_cond_1, start_cond_2 [,...]) [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END WITH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end_cond])</a:t>
            </a:r>
          </a:p>
          <a:p>
            <a:pPr algn="l" indent="0">
              <a:lnSpc>
                <a:spcPct val="16666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使用示例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-- 负载高于 60 时告警，高于 90 时再次告警；负载下降到 60 以下时结束告警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stream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s_warning_1 (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start with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payload &gt;= 90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payload &gt;= 60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))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notify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("ws://localhost:8080/notify")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on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window_open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window_close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into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warn_1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_twstart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_twend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_trownum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</a:t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-- 负载高于 60 时告警，高于 90 时再次告警；负载下降到 60 以下或者温度下降到 70 以下时结束告警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stream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s_warning_2 (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start with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payload &gt;= 90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payload &gt;= 60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end with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temperature &lt; 70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))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notify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("ws://localhost:8080/notify") on (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window_open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window_close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into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warn_2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as select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_twstart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_twend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_trownum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</a:t>
            </a:r>
          </a:p>
          <a:p>
            <a:pPr algn="l" indent="0" lvl="1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7518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Highlights：流计算的资源消耗和计算延迟显著降低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144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Nevados 实际场景下进行优化，显著降低了流计算的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内存占用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CPU 消耗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，提升了计算性能表现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资源消耗：CPU 平均使用率从 321.7% 降至 30.3%，降幅 90.6%；内存平均占用从 8.65 GB 降至 1.49 GB，减少约 82.8%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计算延迟：平均处理延迟由 1 小时缩短至 5 分钟以内，响应速度提升 92%</a:t>
            </a:r>
          </a:p>
          <a:p>
            <a:pPr algn="l" indent="0">
              <a:lnSpc>
                <a:spcPct val="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如下为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KDqZwxwETijbjqkOh6DcW3dinOc?from=space_sear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新旧版本的流计算对比测试报告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55156" y="2781300"/>
          <a:ext cx="18553727" cy="260901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69072"/>
                <a:gridCol w="1958270"/>
                <a:gridCol w="2677173"/>
                <a:gridCol w="2677173"/>
              </a:tblGrid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观测指标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V3.3.6.28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V3.3.8.4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优化后指标下降至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 平均使用率（%）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321.73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30.29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9.41%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 使用率峰值（%）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766.7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526.7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68.70%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 使用值 p99（%）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633.3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420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66.32%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 使用值 p90（%）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420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23.81%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内存平均占用（GB）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8.65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1.49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17.23%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内存占用峰值（GB）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10.34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1.55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14.99%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内存占用p99（GB）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9.75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1.55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15.90%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内存占用p90（GB）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9.24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1.53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16.56%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内存占用p50（GB）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8.7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1.49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414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17.13%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1049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Highlights：虚拟表性能优化（一）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92200"/>
            <a:ext cx="10274300" cy="331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91666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提升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虚拟超级表与子表投影查询的性能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，查询语句如下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虚拟超级表 投影查询全量数据，select * from vst_table;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虚拟超级表 投影查询 + tbname，select * from vst_table where tbname = 'vct_d50';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虚拟超级表 投影查询 + tag 过滤，select * from vst_table where tint = 20;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虚拟超级表 投影查询 + 时间过滤，select * from vst_table where ts &gt;= '2020-10-01 00:00:00.000' and ts &lt; ……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虚拟子表 投影查询全量数据，select * from vct_d0;</a:t>
            </a:r>
          </a:p>
          <a:p>
            <a:pPr algn="l" indent="0">
              <a:lnSpc>
                <a:spcPct val="16666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查询性能见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LfOswmZ8ziqYR3kYBoYcqVARn8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测试报告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在包含 tag 或 tbname 条件的查询场景 下，性能提升最高可达千倍量级，极大改善了客户在典型查询模式下的响应速度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在全量扫描或单表查询场景中，性能提升有限，但仍体现了系统底层优化带来的收益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91666"/>
              </a:lnSpc>
            </a:pP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3899395"/>
          <a:ext cx="11187701" cy="21602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610267"/>
                <a:gridCol w="1942691"/>
                <a:gridCol w="1623742"/>
                <a:gridCol w="1623742"/>
              </a:tblGrid>
              <a:tr h="3429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测试场景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优化前耗时(s)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优化后耗时(s)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提升倍数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虚拟超级表投影查询全量数据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124.7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91.6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1.36x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虚拟超级表投影查询 + tbname过滤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127.1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127x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虚拟超级表投影查询 + tag过滤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126.9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0.92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138x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虚拟超级表投影查询 + 时间过滤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126.6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3.55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虚拟超级表投影查询 + 时间过滤 + tag过滤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127.6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0.074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1724x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虚拟子表查询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0.42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0.26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66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1.38x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1049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Highlights：虚拟表性能优化（二）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92200"/>
            <a:ext cx="10274300" cy="2832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91666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提升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虚拟超级表聚合函数与选择函数的查询性能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，查询语句如下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聚合函数查询，无 partition，select count(c_bool), sum(c_int), spread(c_double) from vst_table;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聚合函数查询，有 partition，select count(c_bool), sum(c_int), spread(c_double) from vst_table partition by tbname;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选择函数查询，无 partition，函数参数无 tag，select last(*) from vst_table;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选择函数查询，无 partition，函数参数有 tag， select last(*), last(tint), last(tbname) from vst_table;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选择函数查询，有 partition，函数参数无 tag，select last(*) from vst_table partition by tbname;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选择函数查询，有 partition，函数参数有 tag，select last(*),last(tbname),last(tint) from vst_table partition by tbname;</a:t>
            </a:r>
          </a:p>
          <a:p>
            <a:pPr algn="l" indent="0">
              <a:lnSpc>
                <a:spcPct val="191666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虚拟超级表在所有用例中由 68–86s 降至 0.088–0.640s，提升约 119x–796x，见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L9BMwlfwriDyv4kSSzZcNig3nP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测试报告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91666"/>
              </a:lnSpc>
            </a:pP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3561278"/>
          <a:ext cx="9294291" cy="250618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605389"/>
                <a:gridCol w="1584358"/>
                <a:gridCol w="1584358"/>
                <a:gridCol w="1326166"/>
                <a:gridCol w="1478734"/>
                <a:gridCol w="1478734"/>
              </a:tblGrid>
              <a:tr h="404586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虚拟优化前均值(s)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虚拟优化后均值(s)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非虚拟均值(s)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优化前 vs 优化后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优化后 vs 非虚拟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404586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聚合，无partition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70.124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0.088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0.011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796.2x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7.7x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586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聚合，有partition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74.433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0.361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0.019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206.4x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19.1x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586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选择，无partition，无 tag 参数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68.600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0.113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0.038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609.2x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3.0x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586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选择，无partition，有 tag 参数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73.073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0.612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0.035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119.3x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17.7x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586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选择，有partition，无 tag 参数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77.724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0.486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0.044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160.0x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11.0x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586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选择，有partition，有 tag 参数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86.429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0.640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0.043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135.0x</a:t>
                      </a:r>
                      <a:endParaRPr lang="en-US" sz="1100"/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E08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14.8x</a:t>
                      </a:r>
                      <a:endParaRPr lang="en-US" sz="1100"/>
                    </a:p>
                  </a:txBody>
                  <a:tcPr anchor="ctr" marL="101600" marR="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1049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Highlights：虚拟表性能优化（三）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92200"/>
            <a:ext cx="10274300" cy="298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91666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提升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虚拟超级表和子表的状态窗口查询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性能，解决稀疏数据和密集数据混合计算时的效率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默认行为：窗口判定和计算同时进行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新增行为：先从窗口定义时给的数据列中提取窗口边界，当窗口触发后，再激活后续数据对齐与计算逻辑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WIN_OPTIMIZE_BATCH，以批处理方式一次处理多个窗口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WIN_OPTIMIZE_SINGLE，一次仅处理单个窗口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SQL 示例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/*+ WIN_OPTIMIZE_BATCH() */ count(bool_col) from vtb_virtual_stb state_window(bool_col) </a:t>
            </a:r>
          </a:p>
          <a:p>
            <a:pPr algn="l" indent="0">
              <a:lnSpc>
                <a:spcPct val="7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测试结果见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FxAnwvXrniaiOmkvyNkcvr2snm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测试报告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，不同策略的查询性能可能相差一个数量级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在数据分布密集时，推荐使用 WIN_OPTIMIZE_BATCH 策略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在数据分布均匀时，如果窗口较少，使用 WIN_OPTIMIZE_SINGLE 策略，其他情况使用默认策略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225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Highlights：查询优化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391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非相关标量子查询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：子查询只能输出单行单列数据，作为查询语句中的常量使用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(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avg(col1) from tb1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), col1 from tb2;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a.ts from tb1 a join tb2 b on a.ts = b.ts and a.f1 = (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col1 from tb1 union select col1 from tb2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col1 from tb1 where f1 = (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avg(f1) from tb2 interval(1s)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);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abs((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f1 from tb1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)), case when (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f2 from tb1)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&gt; 0 then 0 else 1 end from tb1;</a:t>
            </a:r>
          </a:p>
          <a:p>
            <a:pPr algn="l" indent="0">
              <a:lnSpc>
                <a:spcPct val="83333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简化版本的 Lag 函数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：对查询中使用 LAG 函数的列，自动向前追溯最近的非 NULL 值填充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taos&gt; select *, current * voltage as power from db.meters;</a:t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ts                                     |     current |     voltage |    power |</a:t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=================================================================</a:t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2025-12-02 10:28:08.000 |           1       |           2        |        2 |</a:t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2025-12-02 10:28:18.000 |        NULL  |           4       |        4 |</a:t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2025-12-02 10:28:21.000 |           5        |        NULL |       20 |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</a:t>
            </a:r>
            <a:r>
              <a:rPr lang="en-US" b="tru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lag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(current) * </a:t>
            </a:r>
            <a:r>
              <a:rPr lang="en-US" b="tru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lag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(phase) from test.d1;</a:t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225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Highlights：查询优化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状态窗口零状态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：当状态列的值等于该指定值时，对应的状态窗口不参与计算，即不将其判定为有效状态窗口</a:t>
            </a:r>
            <a:endParaRPr lang="en-US" sz="1100"/>
          </a:p>
          <a:p>
            <a:pPr algn="l" indent="-177800" lvl="1" marL="635000">
              <a:lnSpc>
                <a:spcPct val="125000"/>
              </a:lnSpc>
              <a:buClr>
                <a:srgbClr val="2EA121"/>
              </a:buClr>
              <a:buChar char="•"/>
            </a:pP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STATE_WINDOW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(col[, extend][, 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zeroth_state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]) [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TRUE_FOR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(true_for_duration)]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关键区别：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Q9LwwP5AXi0nIJkTnjbcKzIfn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zeroth_state 过滤 VS where 条件过滤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zeroth_state 是先计算完整状态窗口，再过滤零状态窗口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而 where 条件是先过滤数据，再基于剩余数据计算状态窗口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016000" y="2955297"/>
            <a:ext cx="3606967" cy="140303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1016000" y="4477153"/>
            <a:ext cx="4883437" cy="140303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 flipH="false" flipV="false">
            <a:off x="6223089" y="3026877"/>
            <a:ext cx="5151114" cy="28533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225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Highlights：查询优化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285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91666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提升 last_row + tags 的查询性能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，平均查询耗时从 25.9秒 提升到 0.385秒，提高 68 倍，见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URMzw8shmiZz6CkJGTCcnLIHn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测试报告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2EA121"/>
              </a:buClr>
              <a:buChar char="•"/>
            </a:pP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last_row(ts), current, groupid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meters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group by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tbname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66666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提升通过系统表 ins_tables 统计子表数量的性能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，平均查询耗时从 3.824 秒 提升到 0.003 秒，提高 68 倍，见 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taosdata.feishu.cn/wiki/PtkawoaosiXJYqkDDgHcEP0nnk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测试报告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2EA121"/>
              </a:buClr>
              <a:buChar char="•"/>
            </a:pP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count(*)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information_schema.ins_tables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2EA121"/>
              </a:buClr>
              <a:buChar char="•"/>
            </a:pP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db_name, count(*) cnt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information_schema.ins_tables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group by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db_name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order by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db_name;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7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窗口查询无需强制包含聚合函数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，支持仅包含 _wstart、tbname 等伪列，见 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taosdata.feishu.cn/wiki/OGIRwuYGki2QU1kHeYPcclK5nf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设计文档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2EA121"/>
              </a:buClr>
              <a:buChar char="•"/>
            </a:pP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_wstart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4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_wend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tbname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stable_1 </a:t>
            </a:r>
            <a:r>
              <a:rPr lang="en-US" b="false" i="false" strike="noStrike" u="none" sz="14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partition by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tbname 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虚拟表支持的最大列数提升至 32767 列</a:t>
            </a: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，对各类写入和查询性能无影响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886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Highlights：独立授权服务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81942"/>
            <a:ext cx="2844800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支持通过中心化的授权服务集群为多个被授权的业务集群提供动态、自动化的授权管理</a:t>
            </a:r>
            <a:endParaRPr lang="en-US" sz="1100"/>
          </a:p>
          <a:p>
            <a:pPr algn="l" indent="-177800" marL="177800">
              <a:lnSpc>
                <a:spcPct val="150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解决云化部署场景下按需、自动化部署多套集群的需求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4037610" y="1333500"/>
            <a:ext cx="7214124" cy="48539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876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Highlights：数据订阅及其他优化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5080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问题来源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：WAL 文件会根据数据库的 WAL_RETENTION_PERIOD 参数设置的时间间隔进行清理。在基于 taosX 同步的数据库双活场景中，如果某台机器宕机时间过长，超过此时间间隔且尚未消费的 WAL 文件有可能会被自动删除。当该机器重新上线并恢复数据同步后，由于部分数据对应的 WAL 文件已丢失，会影响服务的可靠性。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优化方式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在数据订阅时通过 enable.wal.marker 选项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延长 WAL 的保留时间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TRIM DATABASE [db_name] WAL 命令，强制清理指定数据库下所有已过期 WAL 文件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50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问题来源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：当 Topic 有标签筛选条件时，一旦创建，所有符合条件的子表集合不再更新。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优化方式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：支持通过执行 RELOAD TOPIC 命令，使数据订阅无需重建即生效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58333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其他优化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TDgpt 的数据补全算法支持任意采样间隔，支持  dtw、dtw_path、tlcc 等相关性分析函数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新增 maxSQLLength 设置 SQL 语句的最大长度，最大可为 64M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STMT2 对虚拟表查询的支持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Compact 命令支持 force 选项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Show connections 命令新增客户端版本号字段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Show vgroups 命令新增 is_ready 列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 event_window 按 tbname 分组查询的效率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优化子查询做主键过滤条件时的性能</a:t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16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Highlights：XNODE 高可用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5473700" cy="825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91666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正式称为 TSDB 的一个内部组件：XNODE，依赖 MNODE + xnoded 调度器，taosX 支持了高可用和负载均衡。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7259695" y="1333500"/>
            <a:ext cx="3361228" cy="162640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795948"/>
            <a:ext cx="8077200" cy="2705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# First, create XNODE with grpc(6055) port.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xnode 'xnode1:6055' user xnode pass 'Pass5ord!';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xnode 'xnode2:6055';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xnode 'xnode3:6055';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# Create task manually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xnode task 'subscribe' from 'tmq+ws://external:6041/topic1' to database target1;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# Or create task in explorer.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52705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Highlights：OAuth 2.0/OIDC SSO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5473700" cy="163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91666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完整实现 OAuth 2.0 SSO：</a:t>
            </a:r>
            <a:endParaRPr lang="en-US" sz="1100"/>
          </a:p>
          <a:p>
            <a:pPr algn="l" indent="-177800" marL="177800">
              <a:lnSpc>
                <a:spcPct val="19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兼容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OAuth 2.0 标准 API</a:t>
            </a:r>
          </a:p>
          <a:p>
            <a:pPr algn="l" indent="-177800" marL="177800">
              <a:lnSpc>
                <a:spcPct val="19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兼容 OIDC 1.0 标准 API，支持端点自动发现</a:t>
            </a:r>
          </a:p>
          <a:p>
            <a:pPr algn="l" indent="-177800" marL="177800">
              <a:lnSpc>
                <a:spcPct val="19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可配置的自定义 OAuth 2.0 API 实现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386238" y="1333500"/>
            <a:ext cx="5111750" cy="51117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514785" y="3170969"/>
            <a:ext cx="4401493" cy="327428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52705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Highlights：OAuth 2.0/OIDC SSO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3651250" y="1209574"/>
            <a:ext cx="7619939" cy="532704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1333500"/>
            <a:ext cx="2146300" cy="825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91666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SSO 用户管理（仅部分实现）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52959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Highlights：KingHistorian 数据源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KingHistorian是由Wellintech于2006年开发的工业实时数据库（时序数据），已近20年现场应用。它支持高达200万标签的单机容量，具备高效存储、极高速计算和强大性能，广泛应用于大规模设备数据采集场景。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5344446" y="2341591"/>
            <a:ext cx="5945854" cy="420509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303829"/>
            <a:ext cx="36449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King Historian 的数据是 KVQT 格式的，和 OPC 数据相同，因此，King Historian 的 UI 和 OPC 尽量保持一致。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1021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Highlights：Pulsar 数据源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Apache Pulsar 是一个分布式发布订阅消息平台，具备灵活的消息模型和直观的客户端 API。它不仅支持传统消息队列功能，还能作为流处理平台，实现消息的逐条消费与流式处理。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5380166" y="2134283"/>
            <a:ext cx="5441340" cy="439125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303829"/>
            <a:ext cx="3644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UI 界面与 Kafka 保持一致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5359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Highlights：taosgen 发布到 Kafka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Apache Kafka 是一个开源的分布式流处理平台，主要用于构建实时数据管道和流应用，具备高吞吐、低延迟、可扩展和容错等特性。taosgen 支持数据生成并写入 Kafka 主题。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4679365" y="2206708"/>
            <a:ext cx="6610935" cy="411563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8331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Highlights：taosAdapter 支持 HTTP POST JSON 写入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123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91666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支持写入任意格式的 JSON 数据</a:t>
            </a:r>
            <a:endParaRPr lang="en-US" sz="1100"/>
          </a:p>
          <a:p>
            <a:pPr algn="l" indent="-177800" marL="177800">
              <a:lnSpc>
                <a:spcPct val="191666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支持使用 JSONata 进行数据转换</a:t>
            </a:r>
          </a:p>
          <a:p>
            <a:pPr algn="l" indent="-177800" marL="177800">
              <a:lnSpc>
                <a:spcPct val="191666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支持时间格式解析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096000" y="4218610"/>
            <a:ext cx="5502214" cy="20593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6096000" y="1333500"/>
            <a:ext cx="5287323" cy="214548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974679"/>
            <a:ext cx="4216400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$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curl -uroot:taosdata localhost:6041/input_json/v1/meters -d '[{"db":"power","super_table_name":"meters","sub_table_name":"d_1001","location":"New York","id":1001,"time":"2025-10-23 15:30:11", "current": 15.5, "voltage": 220.0, "phase": 1}]'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8331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Highlights：taosAdapter 支持 HTTP POST JSON 写入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4403964" y="1116200"/>
            <a:ext cx="4586495" cy="411984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075926" y="2683235"/>
            <a:ext cx="1473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配置写入端点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5926" y="5775120"/>
            <a:ext cx="1333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2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HTTP POST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3148264" y="5606584"/>
            <a:ext cx="7573373" cy="9466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80137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Highlights：taosAdapter 添加SQL查询请求并发限制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096000" y="2503434"/>
            <a:ext cx="3470871" cy="185113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212384" y="1497459"/>
            <a:ext cx="1549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SQL 拦截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288584" y="2622803"/>
            <a:ext cx="3664531" cy="8061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6096000" y="1519362"/>
            <a:ext cx="1473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2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支持并发限制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88584" y="4642813"/>
            <a:ext cx="1473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3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限制单个用户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3646251" y="5242682"/>
            <a:ext cx="6184243" cy="80619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037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Highlights：C WS 支持 TLS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12384" y="1497459"/>
            <a:ext cx="538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 WebSocket 连接器新增 TLS 支持，实现端到端加密通信。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2112768" y="2138394"/>
            <a:ext cx="7966463" cy="394951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74295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Highlights：OpenTSDB 支持自定义列名、子表名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939800" y="3797300"/>
            <a:ext cx="10287000" cy="9144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793750" y="2029795"/>
            <a:ext cx="10604500" cy="17907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31598" y="1486377"/>
            <a:ext cx="5689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新增参数支持自定义时间戳字段、自定义值字段、自定义子表名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389120" y="2188410"/>
            <a:ext cx="3048000" cy="190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0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谢谢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