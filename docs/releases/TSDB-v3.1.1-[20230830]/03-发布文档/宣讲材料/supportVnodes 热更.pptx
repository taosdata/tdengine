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3" r:id="rId3"/>
    <p:sldId id="265" r:id="rId4"/>
    <p:sldId id="26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  <a:t>2023/9/3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  <a:t>2023/9/3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  <a:t>2023/9/3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  <a:t>2023/9/3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  <a:t>2023/9/3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  <a:t>2023/9/3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  <a:t>2023/9/3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  <a:t>2023/9/3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  <a:t>2023/9/3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  <a:t>2023/9/3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  <a:t>2023/9/3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E4D15-D520-4C48-B6BB-DDD7084F5A52}" type="datetimeFigureOut">
              <a:rPr kumimoji="1" lang="zh-CN" altLang="en-US" smtClean="0"/>
              <a:t>2023/9/3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11616-1365-414E-9A95-DDA566F175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>
                <a:effectLst/>
              </a:rPr>
              <a:t>supportVnodes</a:t>
            </a:r>
            <a:r>
              <a:rPr lang="en-US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热更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ffectLst/>
              </a:rPr>
              <a:t>参数说明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err="1">
                <a:effectLst/>
              </a:rPr>
              <a:t>dnode</a:t>
            </a:r>
            <a:r>
              <a:rPr lang="en-US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级别参数，标识当前 </a:t>
            </a:r>
            <a:r>
              <a:rPr lang="en-US" altLang="zh-CN" dirty="0" err="1">
                <a:effectLst/>
              </a:rPr>
              <a:t>dnode</a:t>
            </a:r>
            <a:r>
              <a:rPr lang="en-US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支持的 </a:t>
            </a:r>
            <a:r>
              <a:rPr lang="en-US" altLang="zh-CN" dirty="0" err="1">
                <a:effectLst/>
              </a:rPr>
              <a:t>vnodes</a:t>
            </a:r>
            <a:r>
              <a:rPr lang="en-US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数目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范围：</a:t>
            </a:r>
            <a:r>
              <a:rPr lang="en-US" altLang="zh-CN" dirty="0">
                <a:effectLst/>
              </a:rPr>
              <a:t>[0-4096]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默认值：</a:t>
            </a:r>
            <a:r>
              <a:rPr lang="en-US" altLang="zh-CN" dirty="0">
                <a:effectLst/>
              </a:rPr>
              <a:t>0</a:t>
            </a:r>
            <a:r>
              <a:rPr lang="zh-CN" altLang="en-US" dirty="0">
                <a:effectLst/>
              </a:rPr>
              <a:t>，表示 </a:t>
            </a:r>
            <a:r>
              <a:rPr lang="en-US" altLang="zh-CN" dirty="0" err="1">
                <a:effectLst/>
              </a:rPr>
              <a:t>cpuCores</a:t>
            </a:r>
            <a:r>
              <a:rPr lang="en-US" altLang="zh-CN" dirty="0">
                <a:effectLst/>
              </a:rPr>
              <a:t> *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实际生效值最小为</a:t>
            </a:r>
            <a:r>
              <a:rPr lang="en-US" altLang="zh-CN" dirty="0">
                <a:effectLst/>
              </a:rPr>
              <a:t>2</a:t>
            </a:r>
          </a:p>
          <a:p>
            <a:r>
              <a:rPr lang="zh-CN" altLang="en-US" dirty="0">
                <a:effectLst/>
              </a:rPr>
              <a:t>仅企业版可动态调整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dirty="0"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ffectLst/>
              </a:rPr>
              <a:t>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27" y="1814389"/>
            <a:ext cx="10515600" cy="4351338"/>
          </a:xfrm>
        </p:spPr>
        <p:txBody>
          <a:bodyPr>
            <a:normAutofit fontScale="97500"/>
          </a:bodyPr>
          <a:lstStyle/>
          <a:p>
            <a:r>
              <a:rPr lang="fr-FR" altLang="zh-CN" dirty="0">
                <a:effectLst/>
              </a:rPr>
              <a:t>// keyValue</a:t>
            </a:r>
          </a:p>
          <a:p>
            <a:pPr marL="0" indent="0">
              <a:buNone/>
            </a:pPr>
            <a:r>
              <a:rPr lang="fr-FR" altLang="zh-CN" dirty="0">
                <a:effectLst/>
              </a:rPr>
              <a:t>Alter</a:t>
            </a:r>
            <a:r>
              <a:rPr lang="fr-FR" altLang="zh-CN" dirty="0"/>
              <a:t> </a:t>
            </a:r>
            <a:r>
              <a:rPr lang="fr-FR" altLang="zh-CN" dirty="0">
                <a:effectLst/>
              </a:rPr>
              <a:t>dnode 1 'supportvnodes 20’;</a:t>
            </a:r>
          </a:p>
          <a:p>
            <a:pPr marL="0" indent="0">
              <a:buNone/>
            </a:pPr>
            <a:endParaRPr lang="fr-FR" altLang="zh-CN" dirty="0">
              <a:effectLst/>
            </a:endParaRPr>
          </a:p>
          <a:p>
            <a:r>
              <a:rPr lang="en-US" altLang="zh-CN" dirty="0">
                <a:effectLst/>
              </a:rPr>
              <a:t>// key value</a:t>
            </a:r>
          </a:p>
          <a:p>
            <a:pPr marL="0" indent="0">
              <a:buNone/>
            </a:pPr>
            <a:r>
              <a:rPr lang="fr-FR" altLang="zh-CN" dirty="0"/>
              <a:t>A</a:t>
            </a:r>
            <a:r>
              <a:rPr lang="fr-FR" altLang="zh-CN" dirty="0">
                <a:effectLst/>
              </a:rPr>
              <a:t>lter dnode 1 'supportvnodes' '20';</a:t>
            </a:r>
          </a:p>
          <a:p>
            <a:endParaRPr lang="fr-FR" altLang="zh-CN" dirty="0">
              <a:effectLst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ffectLst/>
              </a:rPr>
              <a:t>动态调整影响范围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27" y="1814389"/>
            <a:ext cx="10515600" cy="4351338"/>
          </a:xfrm>
        </p:spPr>
        <p:txBody>
          <a:bodyPr>
            <a:normAutofit fontScale="97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可增大或减小，不会影响当前已分配的 </a:t>
            </a:r>
            <a:r>
              <a:rPr lang="en-US" altLang="zh-CN" dirty="0" err="1">
                <a:effectLst/>
              </a:rPr>
              <a:t>vnodes</a:t>
            </a:r>
            <a:r>
              <a:rPr lang="zh-CN" altLang="en-US" dirty="0">
                <a:effectLst/>
              </a:rPr>
              <a:t>。影响命令生效后的 </a:t>
            </a:r>
            <a:r>
              <a:rPr lang="en-US" altLang="zh-CN" dirty="0" err="1">
                <a:effectLst/>
              </a:rPr>
              <a:t>vnodes</a:t>
            </a:r>
            <a:r>
              <a:rPr lang="en-US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分配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仅影响当前状态，如需持久化操作，需额外手动修改相应 </a:t>
            </a:r>
            <a:r>
              <a:rPr lang="en-US" altLang="zh-CN" dirty="0" err="1">
                <a:effectLst/>
              </a:rPr>
              <a:t>taos.cfg</a:t>
            </a:r>
            <a:r>
              <a:rPr lang="en-US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文件</a:t>
            </a:r>
          </a:p>
          <a:p>
            <a:endParaRPr lang="fr-FR" altLang="zh-CN" dirty="0">
              <a:effectLst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5472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105</Words>
  <Application>Microsoft Office PowerPoint</Application>
  <PresentationFormat>宽屏</PresentationFormat>
  <Paragraphs>16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supportVnodes 热更</vt:lpstr>
      <vt:lpstr>参数说明</vt:lpstr>
      <vt:lpstr>SQL</vt:lpstr>
      <vt:lpstr>动态调整影响范围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Split Vgroup功能介绍</dc:title>
  <dc:creator>严峻</dc:creator>
  <cp:lastModifiedBy>1 lee</cp:lastModifiedBy>
  <cp:revision>2</cp:revision>
  <dcterms:created xsi:type="dcterms:W3CDTF">2023-06-28T07:33:03Z</dcterms:created>
  <dcterms:modified xsi:type="dcterms:W3CDTF">2023-09-03T12:50:25Z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</Properties>
</file>