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0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F2D45E-DDA2-5DD4-8AB8-FA0D6C326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F026D17-5BE6-EFBA-0E2F-D7E69D9DE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A6CEBD-8801-B945-3F66-17CA103F0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D311-F435-417A-9A44-AE6B42EEFA88}" type="datetimeFigureOut">
              <a:rPr lang="zh-CN" altLang="en-US" smtClean="0"/>
              <a:t>2023/8/30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638EA9-D035-586D-D32A-3353312E4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578E1F-4813-949D-996B-1C2D83305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3612-8463-4563-B5FD-3C1FE161B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680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9886C5-C461-0F90-D5B6-C01FAA7C9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DDA8D2-4FF4-A320-4490-1FC8F0886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6D5E6C-650F-9951-83B4-41CE8B72C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D311-F435-417A-9A44-AE6B42EEFA88}" type="datetimeFigureOut">
              <a:rPr lang="zh-CN" altLang="en-US" smtClean="0"/>
              <a:t>2023/8/30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792A83-3F3D-D8CC-DD1F-B76ADE061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1792FC-5FF7-2D8D-3652-531B384FB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3612-8463-4563-B5FD-3C1FE161B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31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AB75E6-8BE4-28B0-F481-B0203C773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AADBCD-302C-DDE8-EC7E-A403BFA3D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A5F641-C444-B829-2B30-A4C134AE9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D311-F435-417A-9A44-AE6B42EEFA88}" type="datetimeFigureOut">
              <a:rPr lang="zh-CN" altLang="en-US" smtClean="0"/>
              <a:t>2023/8/30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954390-09B2-A02A-90AE-4DC3665D9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DF9293-C3D5-F246-8833-DA2ABD0D6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3612-8463-4563-B5FD-3C1FE161B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632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9EA32F-15BC-FDDD-DF53-D57399A3A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56D647-8FB0-7BC6-B35D-FF15903FEB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AB0552-EB5E-D982-1FB1-CF9B9132F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BCBCDA-5166-E22E-D78C-AF410F543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D311-F435-417A-9A44-AE6B42EEFA88}" type="datetimeFigureOut">
              <a:rPr lang="zh-CN" altLang="en-US" smtClean="0"/>
              <a:t>2023/8/30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51D08D-AFDD-12FD-D62A-6F290811E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7E3B2D-022B-2116-36CD-21334790A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3612-8463-4563-B5FD-3C1FE161B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139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26868F-6634-86F7-0155-C076AD690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72B629-15ED-76B3-1C8B-EE5CE6090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DCCDEA-5636-58BF-50BA-9E932B41D9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B36E55F-EA81-BEBF-ABB2-DFF9F9A00F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DFD58D7-B741-C593-88D8-43AC9F20B3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303865-3B80-9DD1-3173-2B432B9A3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D311-F435-417A-9A44-AE6B42EEFA88}" type="datetimeFigureOut">
              <a:rPr lang="zh-CN" altLang="en-US" smtClean="0"/>
              <a:t>2023/8/30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40F142-9822-90F4-7D3A-D6E36E610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94ADF92-F295-D0BA-2F65-30F252B0A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3612-8463-4563-B5FD-3C1FE161B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42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E71D23-0B0A-05A0-37FE-AE7EA201D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6A43906-38B9-2FA1-3D59-13AC4EF4D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D311-F435-417A-9A44-AE6B42EEFA88}" type="datetimeFigureOut">
              <a:rPr lang="zh-CN" altLang="en-US" smtClean="0"/>
              <a:t>2023/8/30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6E12F5-65FF-EDBA-D106-4E767B4A1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405505D-9373-12A4-F3A8-7A598676E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3612-8463-4563-B5FD-3C1FE161B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811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E80A17-B419-197F-6E58-4B00F91E6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D311-F435-417A-9A44-AE6B42EEFA88}" type="datetimeFigureOut">
              <a:rPr lang="zh-CN" altLang="en-US" smtClean="0"/>
              <a:t>2023/8/30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EFCF6CA-8B7E-F845-6955-460A0B6F8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90FF50-EEF1-5F99-3954-897BFD093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3612-8463-4563-B5FD-3C1FE161B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726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6D9FAD-7793-34C1-1770-FCC9DAF3E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8E142F-ACC8-0C9B-4154-1A784F837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CFFBC11-B6F0-37BE-F824-B56F600688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CF9A06-D64F-6BA6-581A-56D5FFCE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D311-F435-417A-9A44-AE6B42EEFA88}" type="datetimeFigureOut">
              <a:rPr lang="zh-CN" altLang="en-US" smtClean="0"/>
              <a:t>2023/8/30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F77D11-4A4B-222F-BC6C-1DE7CB59C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2042DA-BC34-90A2-68C5-9A979A54F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3612-8463-4563-B5FD-3C1FE161B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32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B85C99-EA12-DAD0-8359-053033F6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5072918-8ADA-C7D4-DD63-FF00F4C711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B8D4AC7-1975-CB18-39B3-3040387F3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4AE37B-380D-86C8-FE0E-D5DFF617D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D311-F435-417A-9A44-AE6B42EEFA88}" type="datetimeFigureOut">
              <a:rPr lang="zh-CN" altLang="en-US" smtClean="0"/>
              <a:t>2023/8/30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B4085C-D59A-F567-9D07-450A6EF4F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F0C1C7-7383-9C61-F305-D5B828F4C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3612-8463-4563-B5FD-3C1FE161B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765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DEA433-0151-052E-7AB0-054EBD23A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365A85-46B2-F069-2A83-8D4DAB104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712CAF-8B4A-9501-E904-51EFC3A40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D311-F435-417A-9A44-AE6B42EEFA88}" type="datetimeFigureOut">
              <a:rPr lang="zh-CN" altLang="en-US" smtClean="0"/>
              <a:t>2023/8/30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E2EE13-AE8B-832B-206A-0B920AD1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85406D-BD02-D9BA-8E7C-6B5792112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3612-8463-4563-B5FD-3C1FE161B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338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1BD7F43-B066-3BBD-1EFE-8606AE078C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1540A1-16C4-E851-6DE2-B8D596395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D2EDF5-BF3B-31F5-2159-4F8A6290D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D311-F435-417A-9A44-AE6B42EEFA88}" type="datetimeFigureOut">
              <a:rPr lang="zh-CN" altLang="en-US" smtClean="0"/>
              <a:t>2023/8/30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04B4D1-F392-E555-89DB-4FDC44118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30340C-7B76-7ADF-27A8-7AA779869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3612-8463-4563-B5FD-3C1FE161B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1213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E74C6FF-3B80-4B46-9D6D-2D3830FBE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490CD0-2A2A-1972-187E-1DEAB936B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D18309-5FFA-A0F9-EA96-EFC209422E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CD311-F435-417A-9A44-AE6B42EEFA88}" type="datetimeFigureOut">
              <a:rPr lang="zh-CN" altLang="en-US" smtClean="0"/>
              <a:t>2023/8/30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E44BC0-D3C3-2F40-4B3E-42074ACB87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A1316B-4F48-F8B3-32C9-4365335B18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F73612-8463-4563-B5FD-3C1FE161B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780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702970-B251-EB27-7F4F-55C5E839D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Audit（</a:t>
            </a:r>
            <a:r>
              <a:rPr lang="zh-CN" altLang="en-US" dirty="0"/>
              <a:t>企业版</a:t>
            </a:r>
            <a:r>
              <a:rPr lang="en-US" altLang="zh-CN" dirty="0"/>
              <a:t>）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71C6F2C-2659-3C87-B698-994736CBCC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3784" y="1494631"/>
            <a:ext cx="5352381" cy="1438095"/>
          </a:xfr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E567240-0907-591B-D1B9-EBE99337DAB5}"/>
              </a:ext>
            </a:extLst>
          </p:cNvPr>
          <p:cNvSpPr txBox="1"/>
          <p:nvPr/>
        </p:nvSpPr>
        <p:spPr>
          <a:xfrm>
            <a:off x="1048084" y="3161684"/>
            <a:ext cx="925796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 err="1">
                <a:effectLst/>
              </a:rPr>
              <a:t>taosd</a:t>
            </a:r>
            <a:r>
              <a:rPr lang="zh-CN" altLang="en-US" sz="1400" b="1" dirty="0">
                <a:effectLst/>
              </a:rPr>
              <a:t>的部署</a:t>
            </a:r>
          </a:p>
          <a:p>
            <a:r>
              <a:rPr lang="en-US" altLang="zh-CN" sz="1400" dirty="0" err="1">
                <a:effectLst/>
              </a:rPr>
              <a:t>taosd</a:t>
            </a:r>
            <a:r>
              <a:rPr lang="zh-CN" altLang="en-US" sz="1400" dirty="0">
                <a:effectLst/>
              </a:rPr>
              <a:t>的配置（</a:t>
            </a:r>
            <a:r>
              <a:rPr lang="en-US" altLang="zh-CN" sz="1400" dirty="0" err="1">
                <a:effectLst/>
              </a:rPr>
              <a:t>taos.cfg</a:t>
            </a:r>
            <a:r>
              <a:rPr lang="en-US" altLang="zh-CN" sz="1400" dirty="0">
                <a:effectLst/>
              </a:rPr>
              <a:t>)</a:t>
            </a:r>
            <a:r>
              <a:rPr lang="zh-CN" altLang="en-US" sz="1400" dirty="0">
                <a:effectLst/>
              </a:rPr>
              <a:t>：</a:t>
            </a:r>
          </a:p>
          <a:p>
            <a:r>
              <a:rPr lang="en-US" altLang="zh-CN" sz="1400" dirty="0">
                <a:effectLst/>
              </a:rPr>
              <a:t>audit</a:t>
            </a:r>
            <a:r>
              <a:rPr lang="zh-CN" altLang="en-US" sz="1400" dirty="0">
                <a:effectLst/>
              </a:rPr>
              <a:t>（</a:t>
            </a:r>
            <a:r>
              <a:rPr lang="en-US" altLang="zh-CN" sz="1400" dirty="0" err="1">
                <a:effectLst/>
              </a:rPr>
              <a:t>boolean</a:t>
            </a:r>
            <a:r>
              <a:rPr lang="zh-CN" altLang="en-US" sz="1400" dirty="0">
                <a:effectLst/>
              </a:rPr>
              <a:t>）：是否打开</a:t>
            </a:r>
            <a:r>
              <a:rPr lang="en-US" altLang="zh-CN" sz="1400" dirty="0">
                <a:effectLst/>
              </a:rPr>
              <a:t>audit </a:t>
            </a:r>
            <a:r>
              <a:rPr lang="zh-CN" altLang="en-US" sz="1400" dirty="0">
                <a:effectLst/>
              </a:rPr>
              <a:t>（新参数）</a:t>
            </a:r>
          </a:p>
          <a:p>
            <a:r>
              <a:rPr lang="en-US" altLang="zh-CN" sz="1400" dirty="0" err="1">
                <a:effectLst/>
              </a:rPr>
              <a:t>monitorFqdn</a:t>
            </a:r>
            <a:r>
              <a:rPr lang="zh-CN" altLang="en-US" sz="1400" dirty="0">
                <a:effectLst/>
              </a:rPr>
              <a:t>（</a:t>
            </a:r>
            <a:r>
              <a:rPr lang="en-US" altLang="zh-CN" sz="1400" dirty="0">
                <a:effectLst/>
              </a:rPr>
              <a:t>string</a:t>
            </a:r>
            <a:r>
              <a:rPr lang="zh-CN" altLang="en-US" sz="1400" dirty="0">
                <a:effectLst/>
              </a:rPr>
              <a:t>）：接收</a:t>
            </a:r>
            <a:r>
              <a:rPr lang="en-US" altLang="zh-CN" sz="1400" dirty="0">
                <a:effectLst/>
              </a:rPr>
              <a:t>audit</a:t>
            </a:r>
            <a:r>
              <a:rPr lang="zh-CN" altLang="en-US" sz="1400" dirty="0">
                <a:effectLst/>
              </a:rPr>
              <a:t>的</a:t>
            </a:r>
            <a:r>
              <a:rPr lang="en-US" altLang="zh-CN" sz="1400" dirty="0" err="1">
                <a:effectLst/>
              </a:rPr>
              <a:t>Fqdn</a:t>
            </a:r>
            <a:r>
              <a:rPr lang="zh-CN" altLang="en-US" sz="1400" dirty="0">
                <a:effectLst/>
              </a:rPr>
              <a:t>，也即</a:t>
            </a:r>
            <a:r>
              <a:rPr lang="en-US" altLang="zh-CN" sz="1400" dirty="0" err="1">
                <a:effectLst/>
              </a:rPr>
              <a:t>taoskeeper</a:t>
            </a:r>
            <a:r>
              <a:rPr lang="zh-CN" altLang="en-US" sz="1400" dirty="0">
                <a:effectLst/>
              </a:rPr>
              <a:t>的</a:t>
            </a:r>
            <a:r>
              <a:rPr lang="en-US" altLang="zh-CN" sz="1400" dirty="0" err="1">
                <a:effectLst/>
              </a:rPr>
              <a:t>fqdn</a:t>
            </a:r>
            <a:r>
              <a:rPr lang="en-US" altLang="zh-CN" sz="1400" dirty="0">
                <a:effectLst/>
              </a:rPr>
              <a:t> </a:t>
            </a:r>
            <a:r>
              <a:rPr lang="zh-CN" altLang="en-US" sz="1400" dirty="0">
                <a:effectLst/>
              </a:rPr>
              <a:t>（现有参数）</a:t>
            </a:r>
          </a:p>
          <a:p>
            <a:r>
              <a:rPr lang="en-US" altLang="zh-CN" sz="1400" dirty="0" err="1">
                <a:effectLst/>
              </a:rPr>
              <a:t>monitorPort</a:t>
            </a:r>
            <a:r>
              <a:rPr lang="zh-CN" altLang="en-US" sz="1400" dirty="0">
                <a:effectLst/>
              </a:rPr>
              <a:t>（</a:t>
            </a:r>
            <a:r>
              <a:rPr lang="en-US" altLang="zh-CN" sz="1400" dirty="0">
                <a:effectLst/>
              </a:rPr>
              <a:t>int32</a:t>
            </a:r>
            <a:r>
              <a:rPr lang="zh-CN" altLang="en-US" sz="1400" dirty="0">
                <a:effectLst/>
              </a:rPr>
              <a:t>）：接收</a:t>
            </a:r>
            <a:r>
              <a:rPr lang="en-US" altLang="zh-CN" sz="1400" dirty="0">
                <a:effectLst/>
              </a:rPr>
              <a:t>audit</a:t>
            </a:r>
            <a:r>
              <a:rPr lang="zh-CN" altLang="en-US" sz="1400" dirty="0">
                <a:effectLst/>
              </a:rPr>
              <a:t>的</a:t>
            </a:r>
            <a:r>
              <a:rPr lang="en-US" altLang="zh-CN" sz="1400" dirty="0">
                <a:effectLst/>
              </a:rPr>
              <a:t>port</a:t>
            </a:r>
            <a:r>
              <a:rPr lang="zh-CN" altLang="en-US" sz="1400" dirty="0">
                <a:effectLst/>
              </a:rPr>
              <a:t>，也即</a:t>
            </a:r>
            <a:r>
              <a:rPr lang="en-US" altLang="zh-CN" sz="1400" dirty="0" err="1">
                <a:effectLst/>
              </a:rPr>
              <a:t>taoskeeper</a:t>
            </a:r>
            <a:r>
              <a:rPr lang="zh-CN" altLang="en-US" sz="1400" dirty="0">
                <a:effectLst/>
              </a:rPr>
              <a:t>的</a:t>
            </a:r>
            <a:r>
              <a:rPr lang="en-US" altLang="zh-CN" sz="1400" dirty="0">
                <a:effectLst/>
              </a:rPr>
              <a:t>port </a:t>
            </a:r>
            <a:r>
              <a:rPr lang="zh-CN" altLang="en-US" sz="1400" dirty="0">
                <a:effectLst/>
              </a:rPr>
              <a:t>（现有参数）</a:t>
            </a:r>
          </a:p>
          <a:p>
            <a:r>
              <a:rPr lang="en-US" altLang="zh-CN" sz="1400" dirty="0" err="1">
                <a:effectLst/>
              </a:rPr>
              <a:t>monitorCompaction</a:t>
            </a:r>
            <a:r>
              <a:rPr lang="en-US" altLang="zh-CN" sz="1400" dirty="0">
                <a:effectLst/>
              </a:rPr>
              <a:t> (bool</a:t>
            </a:r>
            <a:r>
              <a:rPr lang="zh-CN" altLang="en-US" sz="1400" dirty="0">
                <a:effectLst/>
              </a:rPr>
              <a:t>）：是否压缩上报数据 （现有参数）</a:t>
            </a:r>
            <a:endParaRPr lang="en-US" altLang="zh-CN" sz="1400" dirty="0">
              <a:effectLst/>
            </a:endParaRPr>
          </a:p>
          <a:p>
            <a:endParaRPr lang="en-US" altLang="zh-CN" sz="1400" dirty="0"/>
          </a:p>
          <a:p>
            <a:r>
              <a:rPr lang="en-US" altLang="zh-CN" sz="1400" b="1" dirty="0" err="1">
                <a:effectLst/>
              </a:rPr>
              <a:t>Taoskeeper</a:t>
            </a:r>
            <a:r>
              <a:rPr lang="zh-CN" altLang="en-US" sz="1400" b="1" dirty="0">
                <a:effectLst/>
              </a:rPr>
              <a:t>的部署</a:t>
            </a:r>
            <a:endParaRPr lang="en-US" altLang="zh-CN" sz="1400" b="1" dirty="0">
              <a:effectLst/>
            </a:endParaRPr>
          </a:p>
          <a:p>
            <a:r>
              <a:rPr lang="zh-CN" altLang="zh-CN" sz="1400" dirty="0"/>
              <a:t>[audit] </a:t>
            </a:r>
            <a:endParaRPr lang="en-US" altLang="zh-CN" sz="1400" dirty="0"/>
          </a:p>
          <a:p>
            <a:r>
              <a:rPr lang="zh-CN" altLang="zh-CN" sz="1400" dirty="0"/>
              <a:t>[audit.database] </a:t>
            </a:r>
            <a:endParaRPr lang="en-US" altLang="zh-CN" sz="1400" dirty="0"/>
          </a:p>
          <a:p>
            <a:r>
              <a:rPr lang="zh-CN" altLang="zh-CN" sz="1400" dirty="0"/>
              <a:t>name = "audit" </a:t>
            </a:r>
            <a:endParaRPr lang="en-US" altLang="zh-CN" sz="1400" dirty="0"/>
          </a:p>
          <a:p>
            <a:r>
              <a:rPr lang="zh-CN" altLang="zh-CN" sz="1400" dirty="0"/>
              <a:t>[audit.database.options] </a:t>
            </a:r>
            <a:endParaRPr lang="en-US" altLang="zh-CN" sz="1400" dirty="0"/>
          </a:p>
          <a:p>
            <a:r>
              <a:rPr lang="zh-CN" altLang="zh-CN" sz="1400" dirty="0"/>
              <a:t>cachemodel = "none“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b="1" dirty="0" err="1">
                <a:effectLst/>
              </a:rPr>
              <a:t>taoskeeper</a:t>
            </a:r>
            <a:r>
              <a:rPr lang="en-US" altLang="zh-CN" sz="1400" b="1" dirty="0">
                <a:effectLst/>
              </a:rPr>
              <a:t> </a:t>
            </a:r>
            <a:r>
              <a:rPr lang="zh-CN" altLang="en-US" sz="1400" b="1" dirty="0">
                <a:effectLst/>
              </a:rPr>
              <a:t>启动时，会自动创建 </a:t>
            </a:r>
            <a:r>
              <a:rPr lang="en-US" altLang="zh-CN" sz="1400" b="1" dirty="0">
                <a:effectLst/>
              </a:rPr>
              <a:t>audit </a:t>
            </a:r>
            <a:r>
              <a:rPr lang="zh-CN" altLang="en-US" sz="1400" b="1" dirty="0">
                <a:effectLst/>
              </a:rPr>
              <a:t>库，并创建超极表</a:t>
            </a:r>
          </a:p>
        </p:txBody>
      </p:sp>
    </p:spTree>
    <p:extLst>
      <p:ext uri="{BB962C8B-B14F-4D97-AF65-F5344CB8AC3E}">
        <p14:creationId xmlns:p14="http://schemas.microsoft.com/office/powerpoint/2010/main" val="3615675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03EBB-C7E0-2A54-D7F5-B09CE54B0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Audit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E44C24-86DC-4FA5-E8B8-A83C66B4E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8999"/>
            <a:ext cx="10515600" cy="2747963"/>
          </a:xfrm>
        </p:spPr>
        <p:txBody>
          <a:bodyPr>
            <a:normAutofit fontScale="62500" lnSpcReduction="20000"/>
          </a:bodyPr>
          <a:lstStyle/>
          <a:p>
            <a:pPr marL="0"/>
            <a:r>
              <a:rPr lang="en-US" altLang="zh-CN" sz="1800" b="1" dirty="0"/>
              <a:t>DB</a:t>
            </a:r>
            <a:r>
              <a:rPr lang="zh-CN" altLang="en-US" sz="1800" b="1" dirty="0"/>
              <a:t>类</a:t>
            </a:r>
            <a:r>
              <a:rPr lang="zh-CN" altLang="en-US" sz="1800" dirty="0"/>
              <a:t>：</a:t>
            </a:r>
            <a:r>
              <a:rPr lang="en-US" altLang="zh-CN" sz="1800" dirty="0"/>
              <a:t>create database </a:t>
            </a:r>
            <a:r>
              <a:rPr lang="zh-CN" altLang="en-US" sz="1800" dirty="0"/>
              <a:t>、</a:t>
            </a:r>
            <a:r>
              <a:rPr lang="en-US" altLang="zh-CN" sz="1800" dirty="0"/>
              <a:t>alter database</a:t>
            </a:r>
            <a:r>
              <a:rPr lang="zh-CN" altLang="en-US" sz="1800" dirty="0"/>
              <a:t>、</a:t>
            </a:r>
            <a:r>
              <a:rPr lang="en-US" altLang="zh-CN" sz="1800" dirty="0"/>
              <a:t>drop database</a:t>
            </a:r>
            <a:r>
              <a:rPr lang="zh-CN" altLang="en-US" sz="1800" dirty="0"/>
              <a:t> 、</a:t>
            </a:r>
            <a:r>
              <a:rPr lang="en-US" altLang="zh-CN" sz="1800" dirty="0"/>
              <a:t>compact database</a:t>
            </a:r>
          </a:p>
          <a:p>
            <a:pPr marL="0"/>
            <a:r>
              <a:rPr lang="en-US" altLang="zh-CN" sz="1800" b="1" dirty="0"/>
              <a:t>Table</a:t>
            </a:r>
            <a:r>
              <a:rPr lang="zh-CN" altLang="en-US" sz="1800" b="1" dirty="0"/>
              <a:t>类</a:t>
            </a:r>
            <a:r>
              <a:rPr lang="zh-CN" altLang="en-US" sz="1800" dirty="0"/>
              <a:t>：</a:t>
            </a:r>
            <a:r>
              <a:rPr lang="en-US" altLang="zh-CN" sz="1800" dirty="0" err="1"/>
              <a:t>alterStb</a:t>
            </a:r>
            <a:r>
              <a:rPr lang="zh-CN" altLang="en-US" sz="1800" dirty="0"/>
              <a:t>、</a:t>
            </a:r>
            <a:r>
              <a:rPr lang="en-US" altLang="zh-CN" sz="1800" dirty="0"/>
              <a:t>create stable</a:t>
            </a:r>
            <a:r>
              <a:rPr lang="zh-CN" altLang="en-US" sz="1800" dirty="0"/>
              <a:t>、</a:t>
            </a:r>
            <a:r>
              <a:rPr lang="en-US" altLang="zh-CN" sz="1800" dirty="0" err="1"/>
              <a:t>dropStb</a:t>
            </a:r>
            <a:r>
              <a:rPr lang="zh-CN" altLang="en-US" sz="1800" dirty="0"/>
              <a:t>、</a:t>
            </a:r>
            <a:r>
              <a:rPr lang="en-US" altLang="zh-CN" sz="1800" dirty="0" err="1"/>
              <a:t>createTable</a:t>
            </a:r>
            <a:endParaRPr lang="en-US" altLang="zh-CN" sz="1800" dirty="0"/>
          </a:p>
          <a:p>
            <a:pPr marL="0"/>
            <a:r>
              <a:rPr lang="en-US" altLang="zh-CN" sz="1800" b="1" dirty="0"/>
              <a:t>User</a:t>
            </a:r>
            <a:r>
              <a:rPr lang="zh-CN" altLang="en-US" sz="1800" b="1" dirty="0"/>
              <a:t>类</a:t>
            </a:r>
            <a:r>
              <a:rPr lang="zh-CN" altLang="en-US" sz="1800" dirty="0"/>
              <a:t>：</a:t>
            </a:r>
            <a:r>
              <a:rPr lang="en-US" altLang="zh-CN" sz="1800" dirty="0"/>
              <a:t>alter user</a:t>
            </a:r>
            <a:r>
              <a:rPr lang="zh-CN" altLang="en-US" sz="1800" dirty="0"/>
              <a:t>、</a:t>
            </a:r>
            <a:r>
              <a:rPr lang="en-US" altLang="zh-CN" sz="1800" dirty="0"/>
              <a:t>create user</a:t>
            </a:r>
            <a:r>
              <a:rPr lang="zh-CN" altLang="en-US" sz="1800" dirty="0"/>
              <a:t>、</a:t>
            </a:r>
            <a:r>
              <a:rPr lang="en-US" altLang="zh-CN" sz="1800" dirty="0"/>
              <a:t>drop user</a:t>
            </a:r>
            <a:r>
              <a:rPr lang="zh-CN" altLang="en-US" sz="1800" dirty="0"/>
              <a:t> 、</a:t>
            </a:r>
            <a:r>
              <a:rPr lang="en-US" altLang="zh-CN" sz="1800" dirty="0"/>
              <a:t>GRANT privileges</a:t>
            </a:r>
            <a:r>
              <a:rPr lang="zh-CN" altLang="en-US" sz="1800" dirty="0"/>
              <a:t>、</a:t>
            </a:r>
            <a:r>
              <a:rPr lang="en-US" altLang="zh-CN" sz="1800" dirty="0"/>
              <a:t>REVOKE privileges</a:t>
            </a:r>
            <a:r>
              <a:rPr lang="zh-CN" altLang="en-US" sz="1800" dirty="0"/>
              <a:t>、</a:t>
            </a:r>
            <a:r>
              <a:rPr lang="en-US" altLang="zh-CN" sz="1800" dirty="0"/>
              <a:t>login</a:t>
            </a:r>
          </a:p>
          <a:p>
            <a:pPr marL="0"/>
            <a:r>
              <a:rPr lang="zh-CN" altLang="en-US" sz="1800" b="1" dirty="0"/>
              <a:t>集群类</a:t>
            </a:r>
            <a:r>
              <a:rPr lang="zh-CN" altLang="en-US" sz="1800" dirty="0"/>
              <a:t>：</a:t>
            </a:r>
            <a:r>
              <a:rPr lang="en-US" altLang="zh-CN" sz="1800" dirty="0"/>
              <a:t>create </a:t>
            </a:r>
            <a:r>
              <a:rPr lang="en-US" altLang="zh-CN" sz="1800" dirty="0" err="1"/>
              <a:t>dnode</a:t>
            </a:r>
            <a:r>
              <a:rPr lang="zh-CN" altLang="en-US" sz="1800" dirty="0"/>
              <a:t>、</a:t>
            </a:r>
            <a:r>
              <a:rPr lang="en-US" altLang="zh-CN" sz="1800" dirty="0"/>
              <a:t>drop </a:t>
            </a:r>
            <a:r>
              <a:rPr lang="en-US" altLang="zh-CN" sz="1800" dirty="0" err="1"/>
              <a:t>dnode</a:t>
            </a:r>
            <a:r>
              <a:rPr lang="zh-CN" altLang="en-US" sz="1800" dirty="0"/>
              <a:t>、</a:t>
            </a:r>
            <a:r>
              <a:rPr lang="en-US" altLang="zh-CN" sz="1800" dirty="0"/>
              <a:t>create </a:t>
            </a:r>
            <a:r>
              <a:rPr lang="en-US" altLang="zh-CN" sz="1800" dirty="0" err="1"/>
              <a:t>mnode</a:t>
            </a:r>
            <a:r>
              <a:rPr lang="zh-CN" altLang="en-US" sz="1800" dirty="0"/>
              <a:t>、</a:t>
            </a:r>
            <a:r>
              <a:rPr lang="en-US" altLang="zh-CN" sz="1800" dirty="0"/>
              <a:t>drop </a:t>
            </a:r>
            <a:r>
              <a:rPr lang="en-US" altLang="zh-CN" sz="1800" dirty="0" err="1"/>
              <a:t>mnode</a:t>
            </a:r>
            <a:r>
              <a:rPr lang="zh-CN" altLang="en-US" sz="1800" dirty="0"/>
              <a:t> 、</a:t>
            </a:r>
            <a:r>
              <a:rPr lang="en-US" altLang="zh-CN" sz="1800" dirty="0"/>
              <a:t>alter </a:t>
            </a:r>
            <a:r>
              <a:rPr lang="en-US" altLang="zh-CN" sz="1800" dirty="0" err="1"/>
              <a:t>dnode</a:t>
            </a:r>
            <a:r>
              <a:rPr lang="zh-CN" altLang="en-US" sz="1800" dirty="0"/>
              <a:t> 、</a:t>
            </a:r>
            <a:r>
              <a:rPr lang="en-US" altLang="zh-CN" sz="1800" dirty="0"/>
              <a:t>balance </a:t>
            </a:r>
            <a:r>
              <a:rPr lang="en-US" altLang="zh-CN" sz="1800" dirty="0" err="1"/>
              <a:t>vgroup</a:t>
            </a:r>
            <a:r>
              <a:rPr lang="en-US" altLang="zh-CN" sz="1800" dirty="0"/>
              <a:t> leader</a:t>
            </a:r>
            <a:r>
              <a:rPr lang="zh-CN" altLang="en-US" sz="1800" dirty="0"/>
              <a:t>、</a:t>
            </a:r>
            <a:r>
              <a:rPr lang="en-US" altLang="zh-CN" sz="1800" dirty="0"/>
              <a:t>restore </a:t>
            </a:r>
            <a:r>
              <a:rPr lang="en-US" altLang="zh-CN" sz="1800" dirty="0" err="1"/>
              <a:t>dnode</a:t>
            </a:r>
            <a:r>
              <a:rPr lang="en-US" altLang="zh-CN" sz="1800" dirty="0"/>
              <a:t>/</a:t>
            </a:r>
            <a:r>
              <a:rPr lang="en-US" altLang="zh-CN" sz="1800" dirty="0" err="1"/>
              <a:t>mnode</a:t>
            </a:r>
            <a:r>
              <a:rPr lang="en-US" altLang="zh-CN" sz="1800" dirty="0"/>
              <a:t>/</a:t>
            </a:r>
            <a:r>
              <a:rPr lang="en-US" altLang="zh-CN" sz="1800" dirty="0" err="1"/>
              <a:t>vnode</a:t>
            </a:r>
            <a:r>
              <a:rPr lang="en-US" altLang="zh-CN" sz="1800" dirty="0"/>
              <a:t>/</a:t>
            </a:r>
            <a:r>
              <a:rPr lang="en-US" altLang="zh-CN" sz="1800" dirty="0" err="1"/>
              <a:t>qnode</a:t>
            </a:r>
            <a:r>
              <a:rPr lang="zh-CN" altLang="en-US" sz="1800" dirty="0"/>
              <a:t>、</a:t>
            </a:r>
            <a:r>
              <a:rPr lang="en-US" altLang="zh-CN" sz="1800" dirty="0"/>
              <a:t>REDISTRIBUTE VGROUP</a:t>
            </a:r>
            <a:r>
              <a:rPr lang="zh-CN" altLang="en-US" sz="1800" dirty="0"/>
              <a:t>、</a:t>
            </a:r>
            <a:r>
              <a:rPr lang="en-US" altLang="zh-CN" sz="1800" dirty="0"/>
              <a:t>BALANCE VGROUP</a:t>
            </a:r>
          </a:p>
          <a:p>
            <a:pPr marL="0"/>
            <a:r>
              <a:rPr lang="zh-CN" altLang="en-US" sz="1800" b="1" dirty="0"/>
              <a:t>其他</a:t>
            </a:r>
            <a:r>
              <a:rPr lang="zh-CN" altLang="en-US" sz="1800" dirty="0"/>
              <a:t>：</a:t>
            </a:r>
            <a:r>
              <a:rPr lang="en-US" altLang="zh-CN" sz="1800" dirty="0"/>
              <a:t>create topic</a:t>
            </a:r>
            <a:r>
              <a:rPr lang="zh-CN" altLang="en-US" sz="1800" dirty="0"/>
              <a:t>、</a:t>
            </a:r>
            <a:r>
              <a:rPr lang="en-US" altLang="zh-CN" sz="1800" dirty="0"/>
              <a:t>drop topic</a:t>
            </a:r>
            <a:r>
              <a:rPr lang="zh-CN" altLang="en-US" sz="1800" dirty="0"/>
              <a:t>、</a:t>
            </a:r>
            <a:r>
              <a:rPr lang="en-US" altLang="zh-CN" sz="1800" dirty="0"/>
              <a:t> create stream</a:t>
            </a:r>
            <a:r>
              <a:rPr lang="zh-CN" altLang="en-US" sz="1800" dirty="0"/>
              <a:t>、</a:t>
            </a:r>
            <a:r>
              <a:rPr lang="en-US" altLang="zh-CN" sz="1800" dirty="0"/>
              <a:t>drop stream</a:t>
            </a:r>
            <a:r>
              <a:rPr lang="zh-CN" altLang="en-US" sz="1800" dirty="0"/>
              <a:t>、</a:t>
            </a:r>
            <a:r>
              <a:rPr lang="en-US" altLang="zh-CN" sz="1800" dirty="0"/>
              <a:t>create </a:t>
            </a:r>
            <a:r>
              <a:rPr lang="en-US" altLang="zh-CN" sz="1800" dirty="0" err="1"/>
              <a:t>qnode</a:t>
            </a:r>
            <a:r>
              <a:rPr lang="zh-CN" altLang="en-US" sz="1800" dirty="0"/>
              <a:t>、</a:t>
            </a:r>
            <a:r>
              <a:rPr lang="en-US" altLang="zh-CN" sz="1800" dirty="0"/>
              <a:t>drop </a:t>
            </a:r>
            <a:r>
              <a:rPr lang="en-US" altLang="zh-CN" sz="1800" dirty="0" err="1"/>
              <a:t>qnode</a:t>
            </a:r>
            <a:endParaRPr lang="en-US" altLang="zh-CN" sz="1800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/>
              <a:t>上报时机</a:t>
            </a:r>
            <a:endParaRPr lang="en-US" altLang="zh-CN" dirty="0"/>
          </a:p>
          <a:p>
            <a:r>
              <a:rPr lang="zh-CN" altLang="en-US" sz="1900" dirty="0"/>
              <a:t>在一个操作的所有前置条件检查通过，准备启动事务执行时上报。这种机制能够保证不会漏报，但上报的操作最后不一定成功，有失败的可能性。</a:t>
            </a:r>
          </a:p>
          <a:p>
            <a:r>
              <a:rPr lang="zh-CN" altLang="en-US" sz="1900" dirty="0"/>
              <a:t>如果向 </a:t>
            </a:r>
            <a:r>
              <a:rPr lang="en-US" altLang="zh-CN" sz="1900" dirty="0" err="1"/>
              <a:t>taosKeeper</a:t>
            </a:r>
            <a:r>
              <a:rPr lang="en-US" altLang="zh-CN" sz="1900" dirty="0"/>
              <a:t> </a:t>
            </a:r>
            <a:r>
              <a:rPr lang="zh-CN" altLang="en-US" sz="1900" dirty="0"/>
              <a:t>发送失败，会记录日志，但原始数据丢失，不会再重复发送。</a:t>
            </a:r>
          </a:p>
          <a:p>
            <a:endParaRPr lang="en-US" altLang="zh-CN" dirty="0"/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42F0A03-12E7-00D0-8273-7536A5D5F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44625"/>
            <a:ext cx="6761905" cy="1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387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280</Words>
  <Application>Microsoft Office PowerPoint</Application>
  <PresentationFormat>宽屏</PresentationFormat>
  <Paragraphs>53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Audit（企业版）</vt:lpstr>
      <vt:lpstr>Audit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Audit（企业版）</dc:title>
  <dc:creator>chen dongming</dc:creator>
  <cp:lastModifiedBy>chen dongming</cp:lastModifiedBy>
  <cp:revision>2</cp:revision>
  <dcterms:created xsi:type="dcterms:W3CDTF">2023-08-30T06:29:06Z</dcterms:created>
  <dcterms:modified xsi:type="dcterms:W3CDTF">2023-08-30T06:42:18Z</dcterms:modified>
</cp:coreProperties>
</file>