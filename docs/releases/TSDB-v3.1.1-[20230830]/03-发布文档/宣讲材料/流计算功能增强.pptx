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1" d="100"/>
          <a:sy n="71" d="100"/>
        </p:scale>
        <p:origin x="82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A8F89-7111-3A3F-9FA5-0E53099ADC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6E0EBB3-EA56-DACD-9128-A6E2D0C7C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30CE0-A950-1F33-5AB5-50F9EE65E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3C4A1-13ED-4281-9E9A-DA0221FD307F}" type="datetimeFigureOut">
              <a:rPr lang="zh-CN" altLang="en-US" smtClean="0"/>
              <a:t>2023/9/4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0B1BA2-FBA6-53D4-E706-1BD57AD5B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9CBB42-37B7-A1FB-658D-6C09CD446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329E8-C76A-440D-8652-303225E5ED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614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9F8623-E8C2-D473-9EDE-C8139C021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0D24A2-51E1-79F2-7225-830F0E0A6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3F45E1-BC66-BF4D-B6D1-71D04C38E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3C4A1-13ED-4281-9E9A-DA0221FD307F}" type="datetimeFigureOut">
              <a:rPr lang="zh-CN" altLang="en-US" smtClean="0"/>
              <a:t>2023/9/4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72B703-F7A8-F92C-7646-978A054CA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D1E911-89A1-B2E8-527C-8B0F0D4CF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329E8-C76A-440D-8652-303225E5ED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9766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A3CE2-EECC-1462-32E0-FEB24D43C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8652A5-FF4A-13C1-C645-9BFA2C815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116B8F-AA48-CFAB-47C2-EA0A8E15C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3C4A1-13ED-4281-9E9A-DA0221FD307F}" type="datetimeFigureOut">
              <a:rPr lang="zh-CN" altLang="en-US" smtClean="0"/>
              <a:t>2023/9/4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302BE9-017A-B96D-3D88-31D2BACAD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F3B53F-8A1E-2C26-7C7B-855B061A5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329E8-C76A-440D-8652-303225E5ED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8811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591D1A-042E-7DE4-C536-A18FE4344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195ACD-1D55-B0B2-45B9-15D2A629E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3F9A3FC-FC92-29C3-5B72-D225C1164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0782E9-FF94-3673-D17D-4E0CCB342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3C4A1-13ED-4281-9E9A-DA0221FD307F}" type="datetimeFigureOut">
              <a:rPr lang="zh-CN" altLang="en-US" smtClean="0"/>
              <a:t>2023/9/4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3B28C9-666A-8626-8F13-F3BDD99BD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993EEA-0758-1EC7-03AD-ED5BB7BF1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329E8-C76A-440D-8652-303225E5ED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486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D49C3C-AB5B-0F07-71A4-B33487E39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8CB66D-A71D-BA91-1EC2-D04741B72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0F65A6-473D-3A88-2AD0-EECD164CD0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C8DE0BC-114F-A11E-1326-6132823D7A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A4B03B5-2323-ECFE-B929-3878F44071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5B4EF04-7DB1-EF55-3BD8-E8F856C9B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3C4A1-13ED-4281-9E9A-DA0221FD307F}" type="datetimeFigureOut">
              <a:rPr lang="zh-CN" altLang="en-US" smtClean="0"/>
              <a:t>2023/9/4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17E707-C8CE-2644-9672-481B227F0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4C9617F-C3DE-702B-CC72-9FA4EA3E7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329E8-C76A-440D-8652-303225E5ED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0480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FE13DC-AC30-5481-D3AA-D269B7B84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F36CB0C-72C6-7B11-6913-B54F3FC49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3C4A1-13ED-4281-9E9A-DA0221FD307F}" type="datetimeFigureOut">
              <a:rPr lang="zh-CN" altLang="en-US" smtClean="0"/>
              <a:t>2023/9/4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469CAE7-23BE-7A32-0126-76A963AF0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3E94EA-C5CA-F552-38CC-7314F18B8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329E8-C76A-440D-8652-303225E5ED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702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779252F-B705-F559-762D-33924460E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3C4A1-13ED-4281-9E9A-DA0221FD307F}" type="datetimeFigureOut">
              <a:rPr lang="zh-CN" altLang="en-US" smtClean="0"/>
              <a:t>2023/9/4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0B7CD18-89E9-F8F3-DCC1-47A89B1B5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3677EB-3439-7ACD-238C-9EA4A95D9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329E8-C76A-440D-8652-303225E5ED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475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A7D60F-DFBA-7CB7-0C5B-7C4DF733A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198249-41FE-37F8-0E58-252AD2EAF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0A67A1-D4B9-5919-29AC-A6F45728D0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3177B8-9640-6E7C-06E3-CCE450C82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3C4A1-13ED-4281-9E9A-DA0221FD307F}" type="datetimeFigureOut">
              <a:rPr lang="zh-CN" altLang="en-US" smtClean="0"/>
              <a:t>2023/9/4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13C8B-A5EA-3B3C-8193-C8B2FB5BD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3EF689-1059-F64A-9F6F-577F07F01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329E8-C76A-440D-8652-303225E5ED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5926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379D57-1957-08D3-3F4E-E9AD33D4C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56310A8-7FF1-321C-A7C0-A246D99086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A4AF72-7190-A83A-8211-1523D4E50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E06B57-A446-C3E9-C2E8-7E854068B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3C4A1-13ED-4281-9E9A-DA0221FD307F}" type="datetimeFigureOut">
              <a:rPr lang="zh-CN" altLang="en-US" smtClean="0"/>
              <a:t>2023/9/4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C40F78-FD0C-699D-8391-F7AF21B74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8AE1C7-A0A5-D11F-6D2E-E9CB056B3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329E8-C76A-440D-8652-303225E5ED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6935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EA20C3-1319-1437-70A3-D59F9E06A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8A7E3F1-43AB-0F7C-A14C-5C9459B271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D7E7F7-F624-0786-AC06-7F11F8DC7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3C4A1-13ED-4281-9E9A-DA0221FD307F}" type="datetimeFigureOut">
              <a:rPr lang="zh-CN" altLang="en-US" smtClean="0"/>
              <a:t>2023/9/4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46CF45-CC10-D2C8-71C9-F3C5B335A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4C5BE8-EE54-FB7A-0AFB-0AC0ECA76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329E8-C76A-440D-8652-303225E5ED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7859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D1D5F70-3C88-6D8A-8891-80053F4BF9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A444E7F-73F5-7567-CD9E-CD008B2B2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699F18-0A01-53AF-A72F-CE2F713FE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3C4A1-13ED-4281-9E9A-DA0221FD307F}" type="datetimeFigureOut">
              <a:rPr lang="zh-CN" altLang="en-US" smtClean="0"/>
              <a:t>2023/9/4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3BA20D-3C55-7E96-6072-B12C2FBA0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2E7DB7-E944-36A2-F892-E74AD7AAB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329E8-C76A-440D-8652-303225E5ED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014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4D794CD-9059-F0B6-E3C1-52A9C4523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0DAA59-7804-07FD-C321-6C8B153F3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BDA4BB-B4B3-CE0F-1063-3A3B1644E7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3C4A1-13ED-4281-9E9A-DA0221FD307F}" type="datetimeFigureOut">
              <a:rPr lang="zh-CN" altLang="en-US" smtClean="0"/>
              <a:t>2023/9/4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005BB7-71FB-C862-6193-1B6FB04D81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E5F595-67C3-AEE0-47F6-59FBC98F41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B329E8-C76A-440D-8652-303225E5ED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537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560596-EDAE-BCAE-EE65-633493DC6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流计算支持的运行场景扩展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D364C7-7AAD-B0A9-496B-9B18922CC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流计算去掉了创建流时候的多副本检查逻辑，在单副本和多副本场景下均可创建流计算。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可在多副本场景下创建和运行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支持运行过程中的副本变更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b="1" dirty="0"/>
              <a:t>注意：</a:t>
            </a:r>
            <a:endParaRPr lang="en-US" altLang="zh-CN" b="1"/>
          </a:p>
          <a:p>
            <a:pPr lvl="2">
              <a:lnSpc>
                <a:spcPct val="150000"/>
              </a:lnSpc>
            </a:pPr>
            <a:r>
              <a:rPr lang="zh-CN" altLang="en-US"/>
              <a:t>如果</a:t>
            </a:r>
            <a:r>
              <a:rPr lang="zh-CN" altLang="en-US" dirty="0"/>
              <a:t>创建流的时候设置的 </a:t>
            </a:r>
            <a:r>
              <a:rPr lang="en-US" altLang="zh-CN" dirty="0"/>
              <a:t>fill-history </a:t>
            </a:r>
            <a:r>
              <a:rPr lang="zh-CN" altLang="en-US" dirty="0"/>
              <a:t>选项，在发生主副本变化的时候，会导致 </a:t>
            </a:r>
            <a:r>
              <a:rPr lang="en-US" altLang="zh-CN" dirty="0"/>
              <a:t>fill-history </a:t>
            </a:r>
            <a:r>
              <a:rPr lang="zh-CN" altLang="en-US" dirty="0"/>
              <a:t>计算停止。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68958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76</Words>
  <Application>Microsoft Office PowerPoint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流计算支持的运行场景扩展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流计算支持的运行场景扩展</dc:title>
  <dc:creator>LIAO Haojun</dc:creator>
  <cp:lastModifiedBy>LIAO Haojun</cp:lastModifiedBy>
  <cp:revision>1</cp:revision>
  <dcterms:created xsi:type="dcterms:W3CDTF">2023-09-04T01:29:22Z</dcterms:created>
  <dcterms:modified xsi:type="dcterms:W3CDTF">2023-09-04T01:36:20Z</dcterms:modified>
</cp:coreProperties>
</file>